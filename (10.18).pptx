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delSld modSld">
      <pc:chgData name="musukie52@gmail.com" userId="017bd91f96aa8751" providerId="LiveId" clId="{5B2C3894-F97E-4CAB-8812-5BB4D83AAC6A}" dt="2026-10-18T06:54:01.187" v="2440" actId="113"/>
      <pc:docMkLst>
        <pc:docMk/>
      </pc:docMkLst>
      <pc:sldChg chg="new del">
        <pc:chgData name="musukie52@gmail.com" userId="017bd91f96aa8751" providerId="LiveId" clId="{5B2C3894-F97E-4CAB-8812-5BB4D83AAC6A}" dt="2026-10-18T05:06:11.968" v="2" actId="47"/>
        <pc:sldMkLst>
          <pc:docMk/>
          <pc:sldMk cId="2442100772" sldId="256"/>
        </pc:sldMkLst>
      </pc:sldChg>
      <pc:sldChg chg="modSp new mod">
        <pc:chgData name="musukie52@gmail.com" userId="017bd91f96aa8751" providerId="LiveId" clId="{5B2C3894-F97E-4CAB-8812-5BB4D83AAC6A}" dt="2026-10-18T05:06:34.048" v="151" actId="313"/>
        <pc:sldMkLst>
          <pc:docMk/>
          <pc:sldMk cId="2965298235" sldId="257"/>
        </pc:sldMkLst>
        <pc:spChg chg="mod">
          <ac:chgData name="musukie52@gmail.com" userId="017bd91f96aa8751" providerId="LiveId" clId="{5B2C3894-F97E-4CAB-8812-5BB4D83AAC6A}" dt="2026-10-18T05:06:15.877" v="12" actId="20577"/>
          <ac:spMkLst>
            <pc:docMk/>
            <pc:sldMk cId="2965298235" sldId="257"/>
            <ac:spMk id="2" creationId="{4EFDA758-1CEF-6F41-5E94-88409FC4FB90}"/>
          </ac:spMkLst>
        </pc:spChg>
        <pc:spChg chg="mod">
          <ac:chgData name="musukie52@gmail.com" userId="017bd91f96aa8751" providerId="LiveId" clId="{5B2C3894-F97E-4CAB-8812-5BB4D83AAC6A}" dt="2026-10-18T05:06:34.048" v="151" actId="313"/>
          <ac:spMkLst>
            <pc:docMk/>
            <pc:sldMk cId="2965298235" sldId="257"/>
            <ac:spMk id="3" creationId="{53C48D04-33C2-2AEB-1AAF-D9B1FE919A2A}"/>
          </ac:spMkLst>
        </pc:spChg>
      </pc:sldChg>
      <pc:sldChg chg="modSp new mod">
        <pc:chgData name="musukie52@gmail.com" userId="017bd91f96aa8751" providerId="LiveId" clId="{5B2C3894-F97E-4CAB-8812-5BB4D83AAC6A}" dt="2026-10-18T05:36:18.242" v="595" actId="20577"/>
        <pc:sldMkLst>
          <pc:docMk/>
          <pc:sldMk cId="2445816333" sldId="258"/>
        </pc:sldMkLst>
        <pc:spChg chg="mod">
          <ac:chgData name="musukie52@gmail.com" userId="017bd91f96aa8751" providerId="LiveId" clId="{5B2C3894-F97E-4CAB-8812-5BB4D83AAC6A}" dt="2026-10-18T05:28:27.310" v="178" actId="20577"/>
          <ac:spMkLst>
            <pc:docMk/>
            <pc:sldMk cId="2445816333" sldId="258"/>
            <ac:spMk id="2" creationId="{01BE5126-CFDA-CB4C-FADB-D52FFFDE2A05}"/>
          </ac:spMkLst>
        </pc:spChg>
        <pc:spChg chg="mod">
          <ac:chgData name="musukie52@gmail.com" userId="017bd91f96aa8751" providerId="LiveId" clId="{5B2C3894-F97E-4CAB-8812-5BB4D83AAC6A}" dt="2026-10-18T05:36:18.242" v="595" actId="20577"/>
          <ac:spMkLst>
            <pc:docMk/>
            <pc:sldMk cId="2445816333" sldId="258"/>
            <ac:spMk id="3" creationId="{50101DB5-C175-04F7-DF2E-FE3A8CFEA6DD}"/>
          </ac:spMkLst>
        </pc:spChg>
      </pc:sldChg>
      <pc:sldChg chg="modSp new mod">
        <pc:chgData name="musukie52@gmail.com" userId="017bd91f96aa8751" providerId="LiveId" clId="{5B2C3894-F97E-4CAB-8812-5BB4D83AAC6A}" dt="2026-10-18T06:23:54.379" v="1359" actId="20577"/>
        <pc:sldMkLst>
          <pc:docMk/>
          <pc:sldMk cId="2064866247" sldId="259"/>
        </pc:sldMkLst>
        <pc:spChg chg="mod">
          <ac:chgData name="musukie52@gmail.com" userId="017bd91f96aa8751" providerId="LiveId" clId="{5B2C3894-F97E-4CAB-8812-5BB4D83AAC6A}" dt="2026-10-18T06:15:46.651" v="606" actId="20577"/>
          <ac:spMkLst>
            <pc:docMk/>
            <pc:sldMk cId="2064866247" sldId="259"/>
            <ac:spMk id="2" creationId="{0791B1DC-DB17-46FE-B3E7-AD77AD73C7CA}"/>
          </ac:spMkLst>
        </pc:spChg>
        <pc:spChg chg="mod">
          <ac:chgData name="musukie52@gmail.com" userId="017bd91f96aa8751" providerId="LiveId" clId="{5B2C3894-F97E-4CAB-8812-5BB4D83AAC6A}" dt="2026-10-18T06:23:54.379" v="1359" actId="20577"/>
          <ac:spMkLst>
            <pc:docMk/>
            <pc:sldMk cId="2064866247" sldId="259"/>
            <ac:spMk id="3" creationId="{214A7ADC-1109-1000-22BC-0DB8704271B6}"/>
          </ac:spMkLst>
        </pc:spChg>
      </pc:sldChg>
      <pc:sldChg chg="modSp new mod">
        <pc:chgData name="musukie52@gmail.com" userId="017bd91f96aa8751" providerId="LiveId" clId="{5B2C3894-F97E-4CAB-8812-5BB4D83AAC6A}" dt="2026-10-18T06:33:54.461" v="1757" actId="20577"/>
        <pc:sldMkLst>
          <pc:docMk/>
          <pc:sldMk cId="788230002" sldId="260"/>
        </pc:sldMkLst>
        <pc:spChg chg="mod">
          <ac:chgData name="musukie52@gmail.com" userId="017bd91f96aa8751" providerId="LiveId" clId="{5B2C3894-F97E-4CAB-8812-5BB4D83AAC6A}" dt="2026-10-18T06:25:35.031" v="1377" actId="20577"/>
          <ac:spMkLst>
            <pc:docMk/>
            <pc:sldMk cId="788230002" sldId="260"/>
            <ac:spMk id="2" creationId="{E9C48728-A648-FB82-0FC6-B8A5EAF6DC3C}"/>
          </ac:spMkLst>
        </pc:spChg>
        <pc:spChg chg="mod">
          <ac:chgData name="musukie52@gmail.com" userId="017bd91f96aa8751" providerId="LiveId" clId="{5B2C3894-F97E-4CAB-8812-5BB4D83AAC6A}" dt="2026-10-18T06:33:54.461" v="1757" actId="20577"/>
          <ac:spMkLst>
            <pc:docMk/>
            <pc:sldMk cId="788230002" sldId="260"/>
            <ac:spMk id="3" creationId="{413DE86C-10B1-FA89-BA71-9A5716B11D8D}"/>
          </ac:spMkLst>
        </pc:spChg>
      </pc:sldChg>
      <pc:sldChg chg="addSp delSp modSp new mod">
        <pc:chgData name="musukie52@gmail.com" userId="017bd91f96aa8751" providerId="LiveId" clId="{5B2C3894-F97E-4CAB-8812-5BB4D83AAC6A}" dt="2026-10-18T06:32:50.623" v="1553" actId="1076"/>
        <pc:sldMkLst>
          <pc:docMk/>
          <pc:sldMk cId="395867832" sldId="261"/>
        </pc:sldMkLst>
        <pc:spChg chg="mod">
          <ac:chgData name="musukie52@gmail.com" userId="017bd91f96aa8751" providerId="LiveId" clId="{5B2C3894-F97E-4CAB-8812-5BB4D83AAC6A}" dt="2026-10-18T06:32:18.844" v="1546" actId="20577"/>
          <ac:spMkLst>
            <pc:docMk/>
            <pc:sldMk cId="395867832" sldId="261"/>
            <ac:spMk id="2" creationId="{89EA1808-113E-59BF-584B-7327C58D7A8D}"/>
          </ac:spMkLst>
        </pc:spChg>
        <pc:spChg chg="del">
          <ac:chgData name="musukie52@gmail.com" userId="017bd91f96aa8751" providerId="LiveId" clId="{5B2C3894-F97E-4CAB-8812-5BB4D83AAC6A}" dt="2026-10-18T06:32:21.851" v="1547" actId="22"/>
          <ac:spMkLst>
            <pc:docMk/>
            <pc:sldMk cId="395867832" sldId="261"/>
            <ac:spMk id="3" creationId="{8013D3EE-2969-3D26-EB6B-BFB0C7AB5623}"/>
          </ac:spMkLst>
        </pc:spChg>
        <pc:picChg chg="add mod ord modCrop">
          <ac:chgData name="musukie52@gmail.com" userId="017bd91f96aa8751" providerId="LiveId" clId="{5B2C3894-F97E-4CAB-8812-5BB4D83AAC6A}" dt="2026-10-18T06:32:50.623" v="1553" actId="1076"/>
          <ac:picMkLst>
            <pc:docMk/>
            <pc:sldMk cId="395867832" sldId="261"/>
            <ac:picMk id="5" creationId="{F58A03AA-5E77-87B4-3DED-B5377643EAA6}"/>
          </ac:picMkLst>
        </pc:picChg>
      </pc:sldChg>
      <pc:sldChg chg="modSp new mod">
        <pc:chgData name="musukie52@gmail.com" userId="017bd91f96aa8751" providerId="LiveId" clId="{5B2C3894-F97E-4CAB-8812-5BB4D83AAC6A}" dt="2026-10-18T06:54:01.187" v="2440" actId="113"/>
        <pc:sldMkLst>
          <pc:docMk/>
          <pc:sldMk cId="893992075" sldId="262"/>
        </pc:sldMkLst>
        <pc:spChg chg="mod">
          <ac:chgData name="musukie52@gmail.com" userId="017bd91f96aa8751" providerId="LiveId" clId="{5B2C3894-F97E-4CAB-8812-5BB4D83AAC6A}" dt="2026-10-18T06:51:40.422" v="1773" actId="20577"/>
          <ac:spMkLst>
            <pc:docMk/>
            <pc:sldMk cId="893992075" sldId="262"/>
            <ac:spMk id="2" creationId="{3133D8A3-40C5-0EC9-50E3-15CDA11EA665}"/>
          </ac:spMkLst>
        </pc:spChg>
        <pc:spChg chg="mod">
          <ac:chgData name="musukie52@gmail.com" userId="017bd91f96aa8751" providerId="LiveId" clId="{5B2C3894-F97E-4CAB-8812-5BB4D83AAC6A}" dt="2026-10-18T06:54:01.187" v="2440" actId="113"/>
          <ac:spMkLst>
            <pc:docMk/>
            <pc:sldMk cId="893992075" sldId="262"/>
            <ac:spMk id="3" creationId="{AE171F64-7625-4FFD-D780-DAA4D1E7F0D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F4592-E8AF-DDF0-CF9F-18D32B533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90A552-4D75-B529-C41B-33169426C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935AA3-61D1-C993-6CB8-ECA692E1A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CABC5D-A80D-4665-3AD8-8A6B69E0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4D9ECE-5A7C-78B5-2D06-23888AD8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50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71B16-6F61-DB6B-CAE1-A9C94E254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446ADB-723B-9C30-FC63-5A1F9766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7D823D-B76B-FCAC-5050-310D694F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7A6C1-8016-1F8B-35EC-4FCC6C67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A205F6-E311-BC63-3981-8D1497D8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653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5671C-6544-31A0-26E4-17DB5BF2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F402CB-CD23-DF56-DC4D-2CD2EAF8C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81DC62-D0B2-BFC0-50DE-1442A37D2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76CCB9-34EE-13CF-E309-6BCBF680A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93A58-51D4-1771-257A-7D135ED2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720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876A6-B0EE-3561-6E03-AB5F9741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FC5FB-A6AB-CF1D-B354-ADD87D271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57E863-E164-822A-A721-202574679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409F02-BF5C-DB60-C360-CC2D31989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C906CB-BA25-2A1C-ED73-7EB2EFD5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059755-449B-7E64-4C3E-3839FF4E1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01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39FD5B-DFED-1C81-8446-CB3AC94E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2286A8-4634-BAFE-05DD-9D9E284F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FE2C69-01D4-6A51-5EEA-4B035D55A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F20A77-5A6F-5BD8-98F4-4EFBA77D5A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B8C931-4CA1-E8BB-B43E-44E2AD9D7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C180A4-E1A1-22F7-FBAE-2A66DC80F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88D37-8C6E-A6BD-480F-665EF6FA6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172C347-E887-07A8-9D74-1BDAE7D6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479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048D2-3383-D560-3A5B-5C10EA0E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C30564-15E6-721D-59E5-0EE9CB5B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967607-8F81-2B2A-0FE0-B135C7BAD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4CF84E-5B64-2DE2-DED0-6025CD1C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25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525351-6A7B-FFE3-2DA5-7B42DAE4A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A170AB-01C2-516F-519C-8B93E5AEB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15DF0-60F7-A60B-3CF4-EDEF8601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112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B1A44-6DB3-1488-75C9-2991D9B96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8D3127-8F7B-53CA-9B88-1D8ED527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797644-E33D-C0C3-5500-8D9FCA160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CEF310-BE29-E0AA-2ECE-59A34C86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3EC4CE-3A7B-B4BA-E454-5515C2E0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D72288-566B-E817-4822-E3CAFDAA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868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8F26C-AD5F-0D65-8032-32DDAA64A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46190F-F988-972B-CD62-1972AC434E2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E7EE3E-99A7-D445-C598-7AFC4C11F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DBC2FC-10CA-8956-2C89-B4A6F95A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4887F7-3AFC-60EF-C948-9494C4CE6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5049E7-A31A-2C08-7677-40D44BBE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454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C20F8-A8DE-1868-9CCD-3C067A6F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D6F7B0-FD97-586F-7E44-D3C72E174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C7677A-356B-E77F-890C-F97D7F4FD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6FAAC-6D16-EF62-E54E-A8DCDD56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78FEE7-413E-66C7-C016-87562025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996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2A07C7-77F1-CC97-3D28-14EC9D97F0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6C747D-F566-49E3-2A6B-5C7B684E8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1872E3-DFF2-560B-C028-97277E8E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5335D7-539C-D8E5-9C6A-DF37FB4C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C65AF1-1E1B-6E9B-BCF7-AFF3D9332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19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E8A6EB-81F2-5149-E275-BEFC7CA0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01B7BE-ADC8-CB2A-D4D4-44D09AC10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3EAFDB-4984-21BA-4B19-E015477DD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47044-CAFA-4190-9AE7-FB46A2913E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C0C973-367C-B3F5-55A6-62288F5F0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036E28-E57B-8D3F-4755-5729458C9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31676-BE1D-4E34-9C8F-8778CD9B5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0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DA758-1CEF-6F41-5E94-88409FC4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C48D04-33C2-2AEB-1AAF-D9B1FE919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전투 효용성</a:t>
            </a:r>
            <a:endParaRPr lang="en-US" altLang="ko-KR" dirty="0"/>
          </a:p>
          <a:p>
            <a:r>
              <a:rPr lang="ko-KR" altLang="en-US" dirty="0"/>
              <a:t>클래스 분류를 통해 우리는 </a:t>
            </a:r>
            <a:r>
              <a:rPr lang="en-US" altLang="ko-KR" dirty="0"/>
              <a:t>‘</a:t>
            </a:r>
            <a:r>
              <a:rPr lang="ko-KR" altLang="en-US" dirty="0"/>
              <a:t>게임을 위한 역할 분담 놀이</a:t>
            </a:r>
            <a:r>
              <a:rPr lang="en-US" altLang="ko-KR" dirty="0"/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2965298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E5126-CFDA-CB4C-FADB-D52FFFDE2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장수 </a:t>
            </a:r>
            <a:r>
              <a:rPr lang="en-US" altLang="ko-KR" dirty="0"/>
              <a:t>3</a:t>
            </a:r>
            <a:r>
              <a:rPr lang="ko-KR" altLang="en-US" dirty="0"/>
              <a:t>명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101DB5-C175-04F7-DF2E-FE3A8CFEA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고구려 </a:t>
            </a:r>
            <a:r>
              <a:rPr lang="en-US" altLang="ko-KR" dirty="0"/>
              <a:t>– </a:t>
            </a:r>
            <a:r>
              <a:rPr lang="ko-KR" altLang="en-US" dirty="0"/>
              <a:t>을지문덕</a:t>
            </a:r>
            <a:endParaRPr lang="en-US" altLang="ko-KR" dirty="0"/>
          </a:p>
          <a:p>
            <a:r>
              <a:rPr lang="ko-KR" altLang="en-US" dirty="0"/>
              <a:t>신라 </a:t>
            </a:r>
            <a:r>
              <a:rPr lang="en-US" altLang="ko-KR" dirty="0"/>
              <a:t>– </a:t>
            </a:r>
            <a:r>
              <a:rPr lang="ko-KR" altLang="en-US" dirty="0" err="1"/>
              <a:t>김흠순</a:t>
            </a:r>
            <a:endParaRPr lang="en-US" altLang="ko-KR" dirty="0"/>
          </a:p>
          <a:p>
            <a:r>
              <a:rPr lang="ko-KR" altLang="en-US" dirty="0"/>
              <a:t>백제 </a:t>
            </a:r>
            <a:r>
              <a:rPr lang="en-US" altLang="ko-KR" dirty="0"/>
              <a:t>– </a:t>
            </a:r>
            <a:r>
              <a:rPr lang="ko-KR" altLang="en-US" dirty="0" err="1"/>
              <a:t>윤충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 무기</a:t>
            </a:r>
            <a:r>
              <a:rPr lang="en-US" altLang="ko-KR" dirty="0"/>
              <a:t>(</a:t>
            </a:r>
            <a:r>
              <a:rPr lang="ko-KR" altLang="en-US" dirty="0"/>
              <a:t>검</a:t>
            </a:r>
            <a:r>
              <a:rPr lang="en-US" altLang="ko-KR" dirty="0"/>
              <a:t>, </a:t>
            </a:r>
            <a:r>
              <a:rPr lang="ko-KR" altLang="en-US" dirty="0"/>
              <a:t>활</a:t>
            </a:r>
            <a:r>
              <a:rPr lang="en-US" altLang="ko-KR" dirty="0"/>
              <a:t>, </a:t>
            </a:r>
            <a:r>
              <a:rPr lang="ko-KR" altLang="en-US" dirty="0"/>
              <a:t>장창</a:t>
            </a:r>
            <a:r>
              <a:rPr lang="en-US" altLang="ko-KR" dirty="0"/>
              <a:t>, </a:t>
            </a:r>
            <a:r>
              <a:rPr lang="ko-KR" altLang="en-US" dirty="0"/>
              <a:t>대도는 제외해줘</a:t>
            </a:r>
            <a:r>
              <a:rPr lang="en-US" altLang="ko-KR" dirty="0"/>
              <a:t>.)</a:t>
            </a:r>
          </a:p>
          <a:p>
            <a:r>
              <a:rPr lang="ko-KR" altLang="en-US" dirty="0"/>
              <a:t>근거리</a:t>
            </a:r>
            <a:r>
              <a:rPr lang="en-US" altLang="ko-KR" dirty="0"/>
              <a:t>/</a:t>
            </a:r>
            <a:r>
              <a:rPr lang="ko-KR" altLang="en-US" dirty="0"/>
              <a:t>중거리</a:t>
            </a:r>
            <a:r>
              <a:rPr lang="en-US" altLang="ko-KR" dirty="0"/>
              <a:t>/</a:t>
            </a:r>
            <a:r>
              <a:rPr lang="ko-KR" altLang="en-US" dirty="0"/>
              <a:t>원거리</a:t>
            </a:r>
            <a:endParaRPr lang="en-US" altLang="ko-KR" dirty="0"/>
          </a:p>
          <a:p>
            <a:r>
              <a:rPr lang="en-US" altLang="ko-KR" dirty="0"/>
              <a:t>E </a:t>
            </a:r>
            <a:r>
              <a:rPr lang="ko-KR" altLang="en-US" dirty="0"/>
              <a:t>키로 잡아 던지기</a:t>
            </a:r>
            <a:endParaRPr lang="en-US" altLang="ko-KR" dirty="0"/>
          </a:p>
          <a:p>
            <a:r>
              <a:rPr lang="ko-KR" altLang="en-US" dirty="0" err="1"/>
              <a:t>필살기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816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1B1DC-DB17-46FE-B3E7-AD77AD73C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4A7ADC-1109-1000-22BC-0DB870427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클래스별로 못 하는 것이 명확해야 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그래야 다른 클래스들이 </a:t>
            </a:r>
            <a:r>
              <a:rPr lang="ko-KR" altLang="en-US" dirty="0" err="1"/>
              <a:t>필요해지니까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안전 </a:t>
            </a:r>
            <a:r>
              <a:rPr lang="en-US" altLang="ko-KR" dirty="0"/>
              <a:t>+ </a:t>
            </a:r>
            <a:r>
              <a:rPr lang="ko-KR" altLang="en-US" dirty="0"/>
              <a:t>위험 </a:t>
            </a:r>
            <a:r>
              <a:rPr lang="en-US" altLang="ko-KR" dirty="0"/>
              <a:t>+ </a:t>
            </a:r>
            <a:r>
              <a:rPr lang="ko-KR" altLang="en-US" dirty="0"/>
              <a:t>공략 영역 </a:t>
            </a:r>
            <a:r>
              <a:rPr lang="en-US" altLang="ko-KR" dirty="0"/>
              <a:t>=&gt; </a:t>
            </a:r>
            <a:r>
              <a:rPr lang="ko-KR" altLang="en-US" dirty="0"/>
              <a:t>정량적인 효용성 확보</a:t>
            </a:r>
            <a:endParaRPr lang="en-US" altLang="ko-KR" dirty="0"/>
          </a:p>
          <a:p>
            <a:pPr lvl="1"/>
            <a:r>
              <a:rPr lang="ko-KR" altLang="en-US" dirty="0"/>
              <a:t>탱 힐 딜 </a:t>
            </a:r>
            <a:r>
              <a:rPr lang="ko-KR" altLang="en-US" dirty="0" err="1"/>
              <a:t>메이즈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각각의 역할을 맡을 클래스를 지정하지 않으면 </a:t>
            </a:r>
            <a:r>
              <a:rPr lang="en-US" altLang="ko-KR" dirty="0"/>
              <a:t>‘</a:t>
            </a:r>
            <a:r>
              <a:rPr lang="ko-KR" altLang="en-US" dirty="0"/>
              <a:t>손맛</a:t>
            </a:r>
            <a:r>
              <a:rPr lang="en-US" altLang="ko-KR" dirty="0"/>
              <a:t>’</a:t>
            </a:r>
            <a:r>
              <a:rPr lang="ko-KR" altLang="en-US" dirty="0"/>
              <a:t>과 </a:t>
            </a:r>
            <a:r>
              <a:rPr lang="en-US" altLang="ko-KR" dirty="0"/>
              <a:t>‘</a:t>
            </a:r>
            <a:r>
              <a:rPr lang="ko-KR" altLang="en-US" dirty="0"/>
              <a:t>협동의 재미</a:t>
            </a:r>
            <a:r>
              <a:rPr lang="en-US" altLang="ko-KR" dirty="0"/>
              <a:t>＇</a:t>
            </a:r>
            <a:r>
              <a:rPr lang="ko-KR" altLang="en-US" dirty="0"/>
              <a:t>가 없어진다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방해요인이 잘 맞아야 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즉 피격의 연출</a:t>
            </a:r>
            <a:r>
              <a:rPr lang="en-US" altLang="ko-KR" dirty="0"/>
              <a:t>, </a:t>
            </a:r>
            <a:r>
              <a:rPr lang="ko-KR" altLang="en-US" dirty="0"/>
              <a:t>동기화 등이 잘 맞아야 한다</a:t>
            </a:r>
            <a:r>
              <a:rPr lang="en-US" altLang="ko-KR" dirty="0"/>
              <a:t>.(</a:t>
            </a:r>
            <a:r>
              <a:rPr lang="ko-KR" altLang="en-US" dirty="0"/>
              <a:t>깔끔해야 한다</a:t>
            </a:r>
            <a:r>
              <a:rPr lang="en-US" altLang="ko-KR" dirty="0"/>
              <a:t>.)</a:t>
            </a:r>
          </a:p>
          <a:p>
            <a:pPr lvl="2"/>
            <a:r>
              <a:rPr lang="ko-KR" altLang="en-US" dirty="0"/>
              <a:t>그러나 너무 쉽고 너무 잘 맞아주면 게임이 재미없어진다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ko-KR" altLang="en-US" dirty="0"/>
              <a:t>적당할 때 쉽고</a:t>
            </a:r>
            <a:r>
              <a:rPr lang="en-US" altLang="ko-KR" dirty="0"/>
              <a:t>, </a:t>
            </a:r>
            <a:r>
              <a:rPr lang="ko-KR" altLang="en-US" dirty="0"/>
              <a:t>적당할 때 어려워야 한다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4866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48728-A648-FB82-0FC6-B8A5EAF6D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적의 등급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3DE86C-10B1-FA89-BA71-9A5716B11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십인장</a:t>
            </a:r>
            <a:endParaRPr lang="en-US" altLang="ko-KR" dirty="0"/>
          </a:p>
          <a:p>
            <a:r>
              <a:rPr lang="ko-KR" altLang="en-US" dirty="0" err="1"/>
              <a:t>백인장</a:t>
            </a:r>
            <a:endParaRPr lang="en-US" altLang="ko-KR" dirty="0"/>
          </a:p>
          <a:p>
            <a:r>
              <a:rPr lang="ko-KR" altLang="en-US" dirty="0" err="1"/>
              <a:t>천인장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 err="1"/>
              <a:t>네임드</a:t>
            </a:r>
            <a:endParaRPr lang="en-US" altLang="ko-KR" dirty="0"/>
          </a:p>
          <a:p>
            <a:r>
              <a:rPr lang="ko-KR" altLang="en-US" dirty="0" err="1"/>
              <a:t>오천인장</a:t>
            </a:r>
            <a:endParaRPr lang="en-US" altLang="ko-KR" dirty="0"/>
          </a:p>
          <a:p>
            <a:r>
              <a:rPr lang="ko-KR" altLang="en-US" dirty="0" err="1"/>
              <a:t>만인장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영웅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시대에 있었을 법한 특수 병과를 만들어서</a:t>
            </a:r>
            <a:r>
              <a:rPr lang="en-US" altLang="ko-KR" dirty="0"/>
              <a:t>, </a:t>
            </a:r>
            <a:r>
              <a:rPr lang="ko-KR" altLang="en-US" dirty="0"/>
              <a:t>유저가 손맛을 잘 느낄 수 있게 잘 설계해보자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8230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A1808-113E-59BF-584B-7327C58D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개의 국가로 방해요인을 설계해보자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58A03AA-5E77-87B4-3DED-B5377643E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30" t="11467" r="19324" b="9620"/>
          <a:stretch>
            <a:fillRect/>
          </a:stretch>
        </p:blipFill>
        <p:spPr>
          <a:xfrm>
            <a:off x="1516459" y="1446877"/>
            <a:ext cx="9159082" cy="520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7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3D8A3-40C5-0EC9-50E3-15CDA11E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지휘 계통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171F64-7625-4FFD-D780-DAA4D1E7F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농사</a:t>
            </a:r>
            <a:r>
              <a:rPr lang="en-US" altLang="ko-KR" dirty="0"/>
              <a:t>, </a:t>
            </a:r>
            <a:r>
              <a:rPr lang="ko-KR" altLang="en-US" dirty="0"/>
              <a:t>물건 팔이</a:t>
            </a:r>
            <a:r>
              <a:rPr lang="en-US" altLang="ko-KR" dirty="0"/>
              <a:t>, </a:t>
            </a:r>
            <a:r>
              <a:rPr lang="ko-KR" altLang="en-US" dirty="0"/>
              <a:t>노비</a:t>
            </a:r>
            <a:r>
              <a:rPr lang="en-US" altLang="ko-KR" dirty="0"/>
              <a:t>, </a:t>
            </a:r>
            <a:r>
              <a:rPr lang="ko-KR" altLang="en-US" dirty="0"/>
              <a:t>끌려온 사람들 다 합쳐서 병사들이 매우 많을 것임</a:t>
            </a:r>
            <a:endParaRPr lang="en-US" altLang="ko-KR" dirty="0"/>
          </a:p>
          <a:p>
            <a:r>
              <a:rPr lang="ko-KR" altLang="en-US" dirty="0"/>
              <a:t>이 사람들은 훈련을 제대로 받지 않았을 것임</a:t>
            </a:r>
            <a:endParaRPr lang="en-US" altLang="ko-KR" dirty="0"/>
          </a:p>
          <a:p>
            <a:r>
              <a:rPr lang="ko-KR" altLang="en-US" dirty="0"/>
              <a:t>역사적으로 사람 수만 많은 대규모 분대가 있었다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적을 마주했을 때 이들이</a:t>
            </a:r>
            <a:r>
              <a:rPr lang="en-US" altLang="ko-KR" dirty="0"/>
              <a:t>, </a:t>
            </a:r>
            <a:r>
              <a:rPr lang="ko-KR" altLang="en-US" dirty="0"/>
              <a:t>한 명은 적의 무기를 온 몸으로 막고 한 명은 적의 이동을 막는다</a:t>
            </a:r>
            <a:r>
              <a:rPr lang="en-US" altLang="ko-KR" dirty="0"/>
              <a:t>.(</a:t>
            </a:r>
            <a:r>
              <a:rPr lang="ko-KR" altLang="en-US" dirty="0"/>
              <a:t>지</a:t>
            </a:r>
            <a:r>
              <a:rPr lang="en-US" altLang="ko-KR" dirty="0"/>
              <a:t>, </a:t>
            </a:r>
            <a:r>
              <a:rPr lang="ko-KR" altLang="en-US" dirty="0"/>
              <a:t>인</a:t>
            </a:r>
            <a:r>
              <a:rPr lang="en-US" altLang="ko-KR" dirty="0"/>
              <a:t>). </a:t>
            </a:r>
            <a:r>
              <a:rPr lang="ko-KR" altLang="en-US" dirty="0"/>
              <a:t>한 명은 공격을 한다</a:t>
            </a:r>
            <a:r>
              <a:rPr lang="en-US" altLang="ko-KR" dirty="0"/>
              <a:t>.(</a:t>
            </a:r>
            <a:r>
              <a:rPr lang="ko-KR" altLang="en-US" dirty="0"/>
              <a:t>천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3</a:t>
            </a:r>
            <a:r>
              <a:rPr lang="ko-KR" altLang="en-US" dirty="0"/>
              <a:t>명이서 </a:t>
            </a:r>
            <a:r>
              <a:rPr lang="en-US" altLang="ko-KR" dirty="0"/>
              <a:t>1</a:t>
            </a:r>
            <a:r>
              <a:rPr lang="ko-KR" altLang="en-US" dirty="0"/>
              <a:t>명의 잘 훈련된 병사 한 명을 막을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이게 황건적의 </a:t>
            </a:r>
            <a:r>
              <a:rPr lang="en-US" altLang="ko-KR" dirty="0"/>
              <a:t>‘</a:t>
            </a:r>
            <a:r>
              <a:rPr lang="ko-KR" altLang="en-US" b="1" dirty="0"/>
              <a:t>천지인 전법</a:t>
            </a:r>
            <a:r>
              <a:rPr lang="en-US" altLang="ko-KR" dirty="0"/>
              <a:t>’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3992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248</Words>
  <Application>Microsoft Office PowerPoint</Application>
  <PresentationFormat>와이드스크린</PresentationFormat>
  <Paragraphs>38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클래스</vt:lpstr>
      <vt:lpstr>장수 3명 추가</vt:lpstr>
      <vt:lpstr>클래스</vt:lpstr>
      <vt:lpstr>적의 등급</vt:lpstr>
      <vt:lpstr>4개의 국가로 방해요인을 설계해보자.</vt:lpstr>
      <vt:lpstr>지휘 계통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2026-10-18T05:06:04Z</dcterms:created>
  <dcterms:modified xsi:type="dcterms:W3CDTF">2026-10-18T06:54:02Z</dcterms:modified>
</cp:coreProperties>
</file>