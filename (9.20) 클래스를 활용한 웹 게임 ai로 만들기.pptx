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8" d="100"/>
          <a:sy n="38" d="100"/>
        </p:scale>
        <p:origin x="51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7DB07B-E43F-40F8-E40D-4EFF3E6DF2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A40E403-64E3-3241-C92E-FF0EFC3491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201300-6592-9943-50AF-62C2FF9C1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89200-FF45-7614-5ECD-DDCFC3C52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D2DB8CC-6707-E39E-661F-7261FA2BD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13877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8789F-21C2-210D-7FBB-AD652AC85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7F13B4-7586-905F-1E90-FD937DB37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8E29FE-C8A9-F0D8-D346-68E5C7F24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08FF6EF-8E88-AAF9-7899-64D93FB1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56F7B2-8B25-ACDF-AE13-E5112FC9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946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22CB6-A3A9-2617-AAE6-0114E8637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C17208-298F-496A-1988-D5CAE47C5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29AF5C-5BC6-FE1C-C459-1B0865F6A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95BDE8-B235-09DA-437C-587C7CB8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463AC-07C5-6E08-8F27-3EF3BAAE5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358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4B2F98-94F3-5D55-0080-BB5E6F8FB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EC7E2C-5F6A-613A-F7ED-053685F10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0762F3-B2A7-4FCF-2482-F019AC555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77741F-26BD-D660-2821-9DD892404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D6F7CD2-EFB8-08D6-8A13-8464B6542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14C8FC-A068-A22C-8EC8-74D6FB374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377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4DEDD-72C8-3AFE-B353-D87CEE30A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1EDFFBA-ABD4-7629-FDD6-2AF40D02D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0EB550A-BB8B-D3D1-CDE6-6F352EB9F5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EA05DDD-AC45-B484-7376-B4DE4A98B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EA3EF32-8C9C-2A43-90EB-29E7A179A2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BB1100D-CDBE-7C11-C9BF-52B661FE1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0A225A6-19DF-2E42-7F49-2061983BB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9A4214E-D3D7-00DD-20A4-5DD0B251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33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9205F-4A09-EE7A-691B-9DCA366FD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7A4BCB3-E5E2-EBDB-4F81-8917A4BDF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007E6F-D091-1E76-EAC7-788B6D3F0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2B8EBF8-B1B8-7AD4-954B-7980C58F2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0378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6BCA287-2C79-CFF3-9A4A-CC9A3DB30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F9A73E-627D-1AF9-1DB4-4BBC477D4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1C987-75D2-A707-AC07-8C69C05D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108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23553E-006A-7341-CE0F-124703482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5365EE-39DD-E957-F3F4-E0FF032E9B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EE22710-1A9E-3643-62FE-423E00C186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53C3BE-7AF5-E4EC-0FD9-EB806BFA4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E93523-A860-3D14-E78F-17B1874F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4E86779-2995-0FA4-8928-E33F0A481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8171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64F0D-5AB3-2E97-BD69-42D2FC30B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300954B-3BF0-6A96-EED1-52F28CE33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FE45910-8641-524D-F0D0-04E85FC828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AF22D3-8DFB-E790-EA4A-141C45ECB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44C16C-22AB-3690-FB70-B72E16AB4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9B6B659-B9EA-44DB-1AA6-AF438FCE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17015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99E553-3EAB-6A6A-F190-2FCC3EFCE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E82EF7E-7E77-4551-8014-C9A878925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9D09D1F-B53B-3A5F-3862-28CC52AD1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D7AC43-2D60-0C77-CC95-6C332672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2457F7-E0A4-0839-A7B7-C543C08A9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194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5C1A352-ECE2-2C56-D9D5-0A8FDDA30E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7A5562-A2A2-9796-F19D-E2C89BC17C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470F60-C7D8-FDDB-C468-D5D0384AB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072877-344B-E502-DEFB-8E9667503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A0D31B0-AA01-597F-CFCC-D99B52436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833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CF356C-4C46-B7E4-424D-57BAD2F2D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FA7B7DF-BEDE-4999-0117-CFFF4E1EC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70E68-6663-F61B-5493-982CAB0D13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300693-4B11-4583-9606-89A19377ACFF}" type="datetimeFigureOut">
              <a:rPr lang="ko-KR" altLang="en-US" smtClean="0"/>
              <a:t>2026-09-20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97AEE-2EAA-DD30-0F6D-D6B38301D0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DDA7F-54A4-55B2-C21E-75C30C67E4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07E1F-4BFA-487B-B6A6-1BB0D5BE12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6637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0BB06-C7D5-BD4D-E2C9-E75BBEB83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클래스를 만들 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5ECF87-D97F-1F50-557E-D6D47908D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Main Play</a:t>
            </a:r>
          </a:p>
          <a:p>
            <a:pPr lvl="1"/>
            <a:r>
              <a:rPr lang="ko-KR" altLang="en-US" dirty="0"/>
              <a:t>플레이의 메커니즘</a:t>
            </a:r>
            <a:r>
              <a:rPr lang="en-US" altLang="ko-KR" dirty="0"/>
              <a:t>, Role play</a:t>
            </a:r>
            <a:r>
              <a:rPr lang="ko-KR" altLang="en-US" dirty="0"/>
              <a:t>에 대해서 고민을 많이 해야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뻔한 클래스를 만들지 않기 위해서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우리는 여러 가지를 매우 고민해야 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 게임 개발 시</a:t>
            </a:r>
            <a:r>
              <a:rPr lang="en-US" altLang="ko-KR" dirty="0"/>
              <a:t>, </a:t>
            </a:r>
            <a:r>
              <a:rPr lang="ko-KR" altLang="en-US" dirty="0"/>
              <a:t>뻔한 것만 만들게 될 가능성이 크지만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그렇게 되지 않기 위해서 평소에 클래스에 대해 정리를 잘 해놓자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7411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92B2A8-3223-127A-A257-59A649C28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선생님과 </a:t>
            </a:r>
            <a:r>
              <a:rPr lang="en-US" altLang="ko-KR" dirty="0"/>
              <a:t>AI </a:t>
            </a:r>
            <a:r>
              <a:rPr lang="ko-KR" altLang="en-US" dirty="0"/>
              <a:t>활용해서 게임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71C2BC-0790-9668-A1F4-8282976E13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에게 명령을 통해 웹에서 바로 플레이할 수 있는 게임 만들기</a:t>
            </a:r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 dirty="0"/>
              <a:t>가 디테일을 잡지 못하는 부분 수정하기</a:t>
            </a:r>
            <a:endParaRPr lang="en-US" altLang="ko-KR" dirty="0"/>
          </a:p>
          <a:p>
            <a:r>
              <a:rPr lang="en-US" altLang="ko-KR" dirty="0"/>
              <a:t>AI</a:t>
            </a:r>
            <a:r>
              <a:rPr lang="ko-KR" altLang="en-US"/>
              <a:t>가 오해한 부분 바로잡기 등</a:t>
            </a:r>
          </a:p>
        </p:txBody>
      </p:sp>
    </p:spTree>
    <p:extLst>
      <p:ext uri="{BB962C8B-B14F-4D97-AF65-F5344CB8AC3E}">
        <p14:creationId xmlns:p14="http://schemas.microsoft.com/office/powerpoint/2010/main" val="32993374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82</Words>
  <Application>Microsoft Office PowerPoint</Application>
  <PresentationFormat>와이드스크린</PresentationFormat>
  <Paragraphs>12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클래스를 만들 때</vt:lpstr>
      <vt:lpstr>선생님과 AI 활용해서 게임 만들기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2026-09-20T04:50:53Z</dcterms:created>
  <dcterms:modified xsi:type="dcterms:W3CDTF">2026-09-20T07:07:44Z</dcterms:modified>
</cp:coreProperties>
</file>