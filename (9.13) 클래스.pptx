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38ACA7-68D0-44F6-8BF7-F32E35DA4DA2}" v="2" dt="2026-09-13T05:38:06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">
      <pc:chgData name="musukie52@gmail.com" userId="017bd91f96aa8751" providerId="LiveId" clId="{5B2C3894-F97E-4CAB-8812-5BB4D83AAC6A}" dt="2026-09-13T07:04:18.094" v="13671" actId="22"/>
      <pc:docMkLst>
        <pc:docMk/>
      </pc:docMkLst>
      <pc:sldChg chg="new del">
        <pc:chgData name="musukie52@gmail.com" userId="017bd91f96aa8751" providerId="LiveId" clId="{5B2C3894-F97E-4CAB-8812-5BB4D83AAC6A}" dt="2026-09-13T05:09:38.249" v="2" actId="47"/>
        <pc:sldMkLst>
          <pc:docMk/>
          <pc:sldMk cId="2715443332" sldId="256"/>
        </pc:sldMkLst>
      </pc:sldChg>
      <pc:sldChg chg="modSp new mod">
        <pc:chgData name="musukie52@gmail.com" userId="017bd91f96aa8751" providerId="LiveId" clId="{5B2C3894-F97E-4CAB-8812-5BB4D83AAC6A}" dt="2026-09-13T05:16:09.477" v="1051" actId="20577"/>
        <pc:sldMkLst>
          <pc:docMk/>
          <pc:sldMk cId="3537473897" sldId="257"/>
        </pc:sldMkLst>
        <pc:spChg chg="mod">
          <ac:chgData name="musukie52@gmail.com" userId="017bd91f96aa8751" providerId="LiveId" clId="{5B2C3894-F97E-4CAB-8812-5BB4D83AAC6A}" dt="2026-09-13T05:09:44.391" v="18" actId="20577"/>
          <ac:spMkLst>
            <pc:docMk/>
            <pc:sldMk cId="3537473897" sldId="257"/>
            <ac:spMk id="2" creationId="{F73FF0A9-483B-AE67-B95B-4C6155FBFA49}"/>
          </ac:spMkLst>
        </pc:spChg>
        <pc:spChg chg="mod">
          <ac:chgData name="musukie52@gmail.com" userId="017bd91f96aa8751" providerId="LiveId" clId="{5B2C3894-F97E-4CAB-8812-5BB4D83AAC6A}" dt="2026-09-13T05:16:09.477" v="1051" actId="20577"/>
          <ac:spMkLst>
            <pc:docMk/>
            <pc:sldMk cId="3537473897" sldId="257"/>
            <ac:spMk id="3" creationId="{09C1F958-3DAE-75D9-C285-029A00504FF8}"/>
          </ac:spMkLst>
        </pc:spChg>
      </pc:sldChg>
      <pc:sldChg chg="modSp new mod">
        <pc:chgData name="musukie52@gmail.com" userId="017bd91f96aa8751" providerId="LiveId" clId="{5B2C3894-F97E-4CAB-8812-5BB4D83AAC6A}" dt="2026-09-13T05:14:59.882" v="980" actId="20577"/>
        <pc:sldMkLst>
          <pc:docMk/>
          <pc:sldMk cId="2102388758" sldId="258"/>
        </pc:sldMkLst>
        <pc:spChg chg="mod">
          <ac:chgData name="musukie52@gmail.com" userId="017bd91f96aa8751" providerId="LiveId" clId="{5B2C3894-F97E-4CAB-8812-5BB4D83AAC6A}" dt="2026-09-13T05:14:19.510" v="779" actId="20577"/>
          <ac:spMkLst>
            <pc:docMk/>
            <pc:sldMk cId="2102388758" sldId="258"/>
            <ac:spMk id="2" creationId="{93DD138B-3378-E6FA-FDA0-2BD8DEE13B24}"/>
          </ac:spMkLst>
        </pc:spChg>
        <pc:spChg chg="mod">
          <ac:chgData name="musukie52@gmail.com" userId="017bd91f96aa8751" providerId="LiveId" clId="{5B2C3894-F97E-4CAB-8812-5BB4D83AAC6A}" dt="2026-09-13T05:14:59.882" v="980" actId="20577"/>
          <ac:spMkLst>
            <pc:docMk/>
            <pc:sldMk cId="2102388758" sldId="258"/>
            <ac:spMk id="3" creationId="{34872ACF-3C4D-3ED4-733E-D53CDC26A9BE}"/>
          </ac:spMkLst>
        </pc:spChg>
      </pc:sldChg>
      <pc:sldChg chg="modSp new mod">
        <pc:chgData name="musukie52@gmail.com" userId="017bd91f96aa8751" providerId="LiveId" clId="{5B2C3894-F97E-4CAB-8812-5BB4D83AAC6A}" dt="2026-09-13T05:20:27.359" v="1965" actId="20577"/>
        <pc:sldMkLst>
          <pc:docMk/>
          <pc:sldMk cId="1594513493" sldId="259"/>
        </pc:sldMkLst>
        <pc:spChg chg="mod">
          <ac:chgData name="musukie52@gmail.com" userId="017bd91f96aa8751" providerId="LiveId" clId="{5B2C3894-F97E-4CAB-8812-5BB4D83AAC6A}" dt="2026-09-13T05:16:47.382" v="1058" actId="20577"/>
          <ac:spMkLst>
            <pc:docMk/>
            <pc:sldMk cId="1594513493" sldId="259"/>
            <ac:spMk id="2" creationId="{A38BC9C9-CDEA-4B53-8873-A008BDDC75F9}"/>
          </ac:spMkLst>
        </pc:spChg>
        <pc:spChg chg="mod">
          <ac:chgData name="musukie52@gmail.com" userId="017bd91f96aa8751" providerId="LiveId" clId="{5B2C3894-F97E-4CAB-8812-5BB4D83AAC6A}" dt="2026-09-13T05:20:27.359" v="1965" actId="20577"/>
          <ac:spMkLst>
            <pc:docMk/>
            <pc:sldMk cId="1594513493" sldId="259"/>
            <ac:spMk id="3" creationId="{816DC948-536A-3AC4-3FE9-D54245898929}"/>
          </ac:spMkLst>
        </pc:spChg>
      </pc:sldChg>
      <pc:sldChg chg="modSp new mod">
        <pc:chgData name="musukie52@gmail.com" userId="017bd91f96aa8751" providerId="LiveId" clId="{5B2C3894-F97E-4CAB-8812-5BB4D83AAC6A}" dt="2026-09-13T05:26:53.042" v="2998" actId="14100"/>
        <pc:sldMkLst>
          <pc:docMk/>
          <pc:sldMk cId="3183251349" sldId="260"/>
        </pc:sldMkLst>
        <pc:spChg chg="mod">
          <ac:chgData name="musukie52@gmail.com" userId="017bd91f96aa8751" providerId="LiveId" clId="{5B2C3894-F97E-4CAB-8812-5BB4D83AAC6A}" dt="2026-09-13T05:25:05.917" v="2566" actId="20577"/>
          <ac:spMkLst>
            <pc:docMk/>
            <pc:sldMk cId="3183251349" sldId="260"/>
            <ac:spMk id="2" creationId="{D7FD8140-550F-FEC7-2FA8-20154744EF39}"/>
          </ac:spMkLst>
        </pc:spChg>
        <pc:spChg chg="mod">
          <ac:chgData name="musukie52@gmail.com" userId="017bd91f96aa8751" providerId="LiveId" clId="{5B2C3894-F97E-4CAB-8812-5BB4D83AAC6A}" dt="2026-09-13T05:26:53.042" v="2998" actId="14100"/>
          <ac:spMkLst>
            <pc:docMk/>
            <pc:sldMk cId="3183251349" sldId="260"/>
            <ac:spMk id="3" creationId="{B8DC3A13-E3FE-B0B7-9E90-91B68A741937}"/>
          </ac:spMkLst>
        </pc:spChg>
      </pc:sldChg>
      <pc:sldChg chg="addSp delSp modSp new mod">
        <pc:chgData name="musukie52@gmail.com" userId="017bd91f96aa8751" providerId="LiveId" clId="{5B2C3894-F97E-4CAB-8812-5BB4D83AAC6A}" dt="2026-09-13T05:27:28.541" v="3003" actId="14100"/>
        <pc:sldMkLst>
          <pc:docMk/>
          <pc:sldMk cId="261858722" sldId="261"/>
        </pc:sldMkLst>
        <pc:spChg chg="del mod">
          <ac:chgData name="musukie52@gmail.com" userId="017bd91f96aa8751" providerId="LiveId" clId="{5B2C3894-F97E-4CAB-8812-5BB4D83AAC6A}" dt="2026-09-13T05:27:20.283" v="3001" actId="478"/>
          <ac:spMkLst>
            <pc:docMk/>
            <pc:sldMk cId="261858722" sldId="261"/>
            <ac:spMk id="2" creationId="{1E6F730F-FB6F-0390-16D4-491F41220F20}"/>
          </ac:spMkLst>
        </pc:spChg>
        <pc:spChg chg="del mod">
          <ac:chgData name="musukie52@gmail.com" userId="017bd91f96aa8751" providerId="LiveId" clId="{5B2C3894-F97E-4CAB-8812-5BB4D83AAC6A}" dt="2026-09-13T05:27:20.283" v="3001" actId="478"/>
          <ac:spMkLst>
            <pc:docMk/>
            <pc:sldMk cId="261858722" sldId="261"/>
            <ac:spMk id="3" creationId="{D897CEBA-1CA1-D817-F52F-0881B1E05AB6}"/>
          </ac:spMkLst>
        </pc:spChg>
        <pc:picChg chg="add mod">
          <ac:chgData name="musukie52@gmail.com" userId="017bd91f96aa8751" providerId="LiveId" clId="{5B2C3894-F97E-4CAB-8812-5BB4D83AAC6A}" dt="2026-09-13T05:27:28.541" v="3003" actId="14100"/>
          <ac:picMkLst>
            <pc:docMk/>
            <pc:sldMk cId="261858722" sldId="261"/>
            <ac:picMk id="5" creationId="{838B8A7E-77C2-35F8-077B-ECA0708F94E0}"/>
          </ac:picMkLst>
        </pc:picChg>
      </pc:sldChg>
      <pc:sldChg chg="modSp new mod">
        <pc:chgData name="musukie52@gmail.com" userId="017bd91f96aa8751" providerId="LiveId" clId="{5B2C3894-F97E-4CAB-8812-5BB4D83AAC6A}" dt="2026-09-13T05:31:35.659" v="3666" actId="20577"/>
        <pc:sldMkLst>
          <pc:docMk/>
          <pc:sldMk cId="1424433549" sldId="262"/>
        </pc:sldMkLst>
        <pc:spChg chg="mod">
          <ac:chgData name="musukie52@gmail.com" userId="017bd91f96aa8751" providerId="LiveId" clId="{5B2C3894-F97E-4CAB-8812-5BB4D83AAC6A}" dt="2026-09-13T05:28:49.489" v="3011" actId="20577"/>
          <ac:spMkLst>
            <pc:docMk/>
            <pc:sldMk cId="1424433549" sldId="262"/>
            <ac:spMk id="2" creationId="{68EA35A3-46E6-23C5-4DC5-C31238B5EFB8}"/>
          </ac:spMkLst>
        </pc:spChg>
        <pc:spChg chg="mod">
          <ac:chgData name="musukie52@gmail.com" userId="017bd91f96aa8751" providerId="LiveId" clId="{5B2C3894-F97E-4CAB-8812-5BB4D83AAC6A}" dt="2026-09-13T05:31:35.659" v="3666" actId="20577"/>
          <ac:spMkLst>
            <pc:docMk/>
            <pc:sldMk cId="1424433549" sldId="262"/>
            <ac:spMk id="3" creationId="{A6C1DB59-C96B-6356-5637-444DDFCBF054}"/>
          </ac:spMkLst>
        </pc:spChg>
      </pc:sldChg>
      <pc:sldChg chg="modSp new mod">
        <pc:chgData name="musukie52@gmail.com" userId="017bd91f96aa8751" providerId="LiveId" clId="{5B2C3894-F97E-4CAB-8812-5BB4D83AAC6A}" dt="2026-09-13T05:34:11.993" v="3940" actId="20577"/>
        <pc:sldMkLst>
          <pc:docMk/>
          <pc:sldMk cId="1140747935" sldId="263"/>
        </pc:sldMkLst>
        <pc:spChg chg="mod">
          <ac:chgData name="musukie52@gmail.com" userId="017bd91f96aa8751" providerId="LiveId" clId="{5B2C3894-F97E-4CAB-8812-5BB4D83AAC6A}" dt="2026-09-13T05:33:14.793" v="3707" actId="313"/>
          <ac:spMkLst>
            <pc:docMk/>
            <pc:sldMk cId="1140747935" sldId="263"/>
            <ac:spMk id="2" creationId="{52CA0F93-8D94-9310-4372-2A6AE901F6F5}"/>
          </ac:spMkLst>
        </pc:spChg>
        <pc:spChg chg="mod">
          <ac:chgData name="musukie52@gmail.com" userId="017bd91f96aa8751" providerId="LiveId" clId="{5B2C3894-F97E-4CAB-8812-5BB4D83AAC6A}" dt="2026-09-13T05:34:11.993" v="3940" actId="20577"/>
          <ac:spMkLst>
            <pc:docMk/>
            <pc:sldMk cId="1140747935" sldId="263"/>
            <ac:spMk id="3" creationId="{1344C41E-8CB4-0543-B70E-CD6B11CB6E92}"/>
          </ac:spMkLst>
        </pc:spChg>
      </pc:sldChg>
      <pc:sldChg chg="modSp new mod">
        <pc:chgData name="musukie52@gmail.com" userId="017bd91f96aa8751" providerId="LiveId" clId="{5B2C3894-F97E-4CAB-8812-5BB4D83AAC6A}" dt="2026-09-13T05:35:09.360" v="4236" actId="20577"/>
        <pc:sldMkLst>
          <pc:docMk/>
          <pc:sldMk cId="3074784670" sldId="264"/>
        </pc:sldMkLst>
        <pc:spChg chg="mod">
          <ac:chgData name="musukie52@gmail.com" userId="017bd91f96aa8751" providerId="LiveId" clId="{5B2C3894-F97E-4CAB-8812-5BB4D83AAC6A}" dt="2026-09-13T05:34:24.915" v="3964" actId="20577"/>
          <ac:spMkLst>
            <pc:docMk/>
            <pc:sldMk cId="3074784670" sldId="264"/>
            <ac:spMk id="2" creationId="{BE8CBB0A-5052-AFF2-DBDF-D3444277E25D}"/>
          </ac:spMkLst>
        </pc:spChg>
        <pc:spChg chg="mod">
          <ac:chgData name="musukie52@gmail.com" userId="017bd91f96aa8751" providerId="LiveId" clId="{5B2C3894-F97E-4CAB-8812-5BB4D83AAC6A}" dt="2026-09-13T05:35:09.360" v="4236" actId="20577"/>
          <ac:spMkLst>
            <pc:docMk/>
            <pc:sldMk cId="3074784670" sldId="264"/>
            <ac:spMk id="3" creationId="{16C9B685-D13E-B5E9-47BB-06B073649536}"/>
          </ac:spMkLst>
        </pc:spChg>
      </pc:sldChg>
      <pc:sldChg chg="modSp new mod">
        <pc:chgData name="musukie52@gmail.com" userId="017bd91f96aa8751" providerId="LiveId" clId="{5B2C3894-F97E-4CAB-8812-5BB4D83AAC6A}" dt="2026-09-13T05:38:00.430" v="4701" actId="20577"/>
        <pc:sldMkLst>
          <pc:docMk/>
          <pc:sldMk cId="2095424427" sldId="265"/>
        </pc:sldMkLst>
        <pc:spChg chg="mod">
          <ac:chgData name="musukie52@gmail.com" userId="017bd91f96aa8751" providerId="LiveId" clId="{5B2C3894-F97E-4CAB-8812-5BB4D83AAC6A}" dt="2026-09-13T05:35:18.566" v="4260" actId="20577"/>
          <ac:spMkLst>
            <pc:docMk/>
            <pc:sldMk cId="2095424427" sldId="265"/>
            <ac:spMk id="2" creationId="{778A6AFA-E116-176A-925A-7D0255766FAE}"/>
          </ac:spMkLst>
        </pc:spChg>
        <pc:spChg chg="mod">
          <ac:chgData name="musukie52@gmail.com" userId="017bd91f96aa8751" providerId="LiveId" clId="{5B2C3894-F97E-4CAB-8812-5BB4D83AAC6A}" dt="2026-09-13T05:38:00.430" v="4701" actId="20577"/>
          <ac:spMkLst>
            <pc:docMk/>
            <pc:sldMk cId="2095424427" sldId="265"/>
            <ac:spMk id="3" creationId="{C67646F0-3E75-13C8-C978-0A4F8A28E456}"/>
          </ac:spMkLst>
        </pc:spChg>
      </pc:sldChg>
      <pc:sldChg chg="modSp new mod">
        <pc:chgData name="musukie52@gmail.com" userId="017bd91f96aa8751" providerId="LiveId" clId="{5B2C3894-F97E-4CAB-8812-5BB4D83AAC6A}" dt="2026-09-13T05:41:27.191" v="5656" actId="20577"/>
        <pc:sldMkLst>
          <pc:docMk/>
          <pc:sldMk cId="2330149728" sldId="266"/>
        </pc:sldMkLst>
        <pc:spChg chg="mod">
          <ac:chgData name="musukie52@gmail.com" userId="017bd91f96aa8751" providerId="LiveId" clId="{5B2C3894-F97E-4CAB-8812-5BB4D83AAC6A}" dt="2026-09-13T05:38:15.370" v="4722" actId="20577"/>
          <ac:spMkLst>
            <pc:docMk/>
            <pc:sldMk cId="2330149728" sldId="266"/>
            <ac:spMk id="2" creationId="{AF00AE44-B0C5-C377-F444-679BCE2786F9}"/>
          </ac:spMkLst>
        </pc:spChg>
        <pc:spChg chg="mod">
          <ac:chgData name="musukie52@gmail.com" userId="017bd91f96aa8751" providerId="LiveId" clId="{5B2C3894-F97E-4CAB-8812-5BB4D83AAC6A}" dt="2026-09-13T05:41:27.191" v="5656" actId="20577"/>
          <ac:spMkLst>
            <pc:docMk/>
            <pc:sldMk cId="2330149728" sldId="266"/>
            <ac:spMk id="3" creationId="{39835DD2-6BCD-90D2-5CAB-67620271F4C3}"/>
          </ac:spMkLst>
        </pc:spChg>
      </pc:sldChg>
      <pc:sldChg chg="modSp new mod">
        <pc:chgData name="musukie52@gmail.com" userId="017bd91f96aa8751" providerId="LiveId" clId="{5B2C3894-F97E-4CAB-8812-5BB4D83AAC6A}" dt="2026-09-13T05:45:26.427" v="6157" actId="20577"/>
        <pc:sldMkLst>
          <pc:docMk/>
          <pc:sldMk cId="2923742525" sldId="267"/>
        </pc:sldMkLst>
        <pc:spChg chg="mod">
          <ac:chgData name="musukie52@gmail.com" userId="017bd91f96aa8751" providerId="LiveId" clId="{5B2C3894-F97E-4CAB-8812-5BB4D83AAC6A}" dt="2026-09-13T05:42:35.299" v="5708" actId="20577"/>
          <ac:spMkLst>
            <pc:docMk/>
            <pc:sldMk cId="2923742525" sldId="267"/>
            <ac:spMk id="2" creationId="{0EEA8C34-5D08-E18F-36F8-4B47BE66EA96}"/>
          </ac:spMkLst>
        </pc:spChg>
        <pc:spChg chg="mod">
          <ac:chgData name="musukie52@gmail.com" userId="017bd91f96aa8751" providerId="LiveId" clId="{5B2C3894-F97E-4CAB-8812-5BB4D83AAC6A}" dt="2026-09-13T05:45:26.427" v="6157" actId="20577"/>
          <ac:spMkLst>
            <pc:docMk/>
            <pc:sldMk cId="2923742525" sldId="267"/>
            <ac:spMk id="3" creationId="{A19EDC4E-17FA-9A7A-5BD7-A74E5FFB112E}"/>
          </ac:spMkLst>
        </pc:spChg>
      </pc:sldChg>
      <pc:sldChg chg="modSp new mod">
        <pc:chgData name="musukie52@gmail.com" userId="017bd91f96aa8751" providerId="LiveId" clId="{5B2C3894-F97E-4CAB-8812-5BB4D83AAC6A}" dt="2026-09-13T05:46:33.970" v="6473" actId="20577"/>
        <pc:sldMkLst>
          <pc:docMk/>
          <pc:sldMk cId="4144741916" sldId="268"/>
        </pc:sldMkLst>
        <pc:spChg chg="mod">
          <ac:chgData name="musukie52@gmail.com" userId="017bd91f96aa8751" providerId="LiveId" clId="{5B2C3894-F97E-4CAB-8812-5BB4D83AAC6A}" dt="2026-09-13T05:45:42.016" v="6193" actId="20577"/>
          <ac:spMkLst>
            <pc:docMk/>
            <pc:sldMk cId="4144741916" sldId="268"/>
            <ac:spMk id="2" creationId="{E8ADD605-26DD-65AD-F11B-8AD4E232E1FE}"/>
          </ac:spMkLst>
        </pc:spChg>
        <pc:spChg chg="mod">
          <ac:chgData name="musukie52@gmail.com" userId="017bd91f96aa8751" providerId="LiveId" clId="{5B2C3894-F97E-4CAB-8812-5BB4D83AAC6A}" dt="2026-09-13T05:46:33.970" v="6473" actId="20577"/>
          <ac:spMkLst>
            <pc:docMk/>
            <pc:sldMk cId="4144741916" sldId="268"/>
            <ac:spMk id="3" creationId="{159CD3F6-AC45-0908-6E6E-31592BC8B9CE}"/>
          </ac:spMkLst>
        </pc:spChg>
      </pc:sldChg>
      <pc:sldChg chg="modSp new mod">
        <pc:chgData name="musukie52@gmail.com" userId="017bd91f96aa8751" providerId="LiveId" clId="{5B2C3894-F97E-4CAB-8812-5BB4D83AAC6A}" dt="2026-09-13T05:49:22.624" v="7091" actId="20577"/>
        <pc:sldMkLst>
          <pc:docMk/>
          <pc:sldMk cId="3748492242" sldId="269"/>
        </pc:sldMkLst>
        <pc:spChg chg="mod">
          <ac:chgData name="musukie52@gmail.com" userId="017bd91f96aa8751" providerId="LiveId" clId="{5B2C3894-F97E-4CAB-8812-5BB4D83AAC6A}" dt="2026-09-13T05:47:00.545" v="6487" actId="20577"/>
          <ac:spMkLst>
            <pc:docMk/>
            <pc:sldMk cId="3748492242" sldId="269"/>
            <ac:spMk id="2" creationId="{D630869C-5771-5AE5-0892-407199E81518}"/>
          </ac:spMkLst>
        </pc:spChg>
        <pc:spChg chg="mod">
          <ac:chgData name="musukie52@gmail.com" userId="017bd91f96aa8751" providerId="LiveId" clId="{5B2C3894-F97E-4CAB-8812-5BB4D83AAC6A}" dt="2026-09-13T05:49:22.624" v="7091" actId="20577"/>
          <ac:spMkLst>
            <pc:docMk/>
            <pc:sldMk cId="3748492242" sldId="269"/>
            <ac:spMk id="3" creationId="{BC07157D-16E9-8692-0DE9-F027C9174C09}"/>
          </ac:spMkLst>
        </pc:spChg>
      </pc:sldChg>
      <pc:sldChg chg="addSp delSp new mod">
        <pc:chgData name="musukie52@gmail.com" userId="017bd91f96aa8751" providerId="LiveId" clId="{5B2C3894-F97E-4CAB-8812-5BB4D83AAC6A}" dt="2026-09-13T05:49:50.115" v="7094" actId="22"/>
        <pc:sldMkLst>
          <pc:docMk/>
          <pc:sldMk cId="1907755500" sldId="270"/>
        </pc:sldMkLst>
        <pc:spChg chg="del">
          <ac:chgData name="musukie52@gmail.com" userId="017bd91f96aa8751" providerId="LiveId" clId="{5B2C3894-F97E-4CAB-8812-5BB4D83AAC6A}" dt="2026-09-13T05:49:49.641" v="7093" actId="478"/>
          <ac:spMkLst>
            <pc:docMk/>
            <pc:sldMk cId="1907755500" sldId="270"/>
            <ac:spMk id="2" creationId="{106138F2-B988-2CD0-75E5-9AC3585968DF}"/>
          </ac:spMkLst>
        </pc:spChg>
        <pc:spChg chg="del">
          <ac:chgData name="musukie52@gmail.com" userId="017bd91f96aa8751" providerId="LiveId" clId="{5B2C3894-F97E-4CAB-8812-5BB4D83AAC6A}" dt="2026-09-13T05:49:49.641" v="7093" actId="478"/>
          <ac:spMkLst>
            <pc:docMk/>
            <pc:sldMk cId="1907755500" sldId="270"/>
            <ac:spMk id="3" creationId="{A23DBB10-EB89-50B1-1D5C-238F8E4F2389}"/>
          </ac:spMkLst>
        </pc:spChg>
        <pc:picChg chg="add">
          <ac:chgData name="musukie52@gmail.com" userId="017bd91f96aa8751" providerId="LiveId" clId="{5B2C3894-F97E-4CAB-8812-5BB4D83AAC6A}" dt="2026-09-13T05:49:50.115" v="7094" actId="22"/>
          <ac:picMkLst>
            <pc:docMk/>
            <pc:sldMk cId="1907755500" sldId="270"/>
            <ac:picMk id="5" creationId="{921EAA5C-1ACD-2D40-2A29-6A6FE4B2A95F}"/>
          </ac:picMkLst>
        </pc:picChg>
      </pc:sldChg>
      <pc:sldChg chg="modSp new mod">
        <pc:chgData name="musukie52@gmail.com" userId="017bd91f96aa8751" providerId="LiveId" clId="{5B2C3894-F97E-4CAB-8812-5BB4D83AAC6A}" dt="2026-09-13T06:04:23.937" v="7144" actId="20577"/>
        <pc:sldMkLst>
          <pc:docMk/>
          <pc:sldMk cId="458164894" sldId="271"/>
        </pc:sldMkLst>
        <pc:spChg chg="mod">
          <ac:chgData name="musukie52@gmail.com" userId="017bd91f96aa8751" providerId="LiveId" clId="{5B2C3894-F97E-4CAB-8812-5BB4D83AAC6A}" dt="2026-09-13T06:04:23.937" v="7144" actId="20577"/>
          <ac:spMkLst>
            <pc:docMk/>
            <pc:sldMk cId="458164894" sldId="271"/>
            <ac:spMk id="2" creationId="{E08E0164-1AD3-B002-A261-5CE44FA7F0D0}"/>
          </ac:spMkLst>
        </pc:spChg>
      </pc:sldChg>
      <pc:sldChg chg="modSp new mod">
        <pc:chgData name="musukie52@gmail.com" userId="017bd91f96aa8751" providerId="LiveId" clId="{5B2C3894-F97E-4CAB-8812-5BB4D83AAC6A}" dt="2026-09-13T06:25:24.606" v="7547" actId="20577"/>
        <pc:sldMkLst>
          <pc:docMk/>
          <pc:sldMk cId="2719153375" sldId="272"/>
        </pc:sldMkLst>
        <pc:spChg chg="mod">
          <ac:chgData name="musukie52@gmail.com" userId="017bd91f96aa8751" providerId="LiveId" clId="{5B2C3894-F97E-4CAB-8812-5BB4D83AAC6A}" dt="2026-09-13T06:23:17.140" v="7170" actId="20577"/>
          <ac:spMkLst>
            <pc:docMk/>
            <pc:sldMk cId="2719153375" sldId="272"/>
            <ac:spMk id="2" creationId="{B4F70E62-00E2-F4E4-9883-D30FE8892975}"/>
          </ac:spMkLst>
        </pc:spChg>
        <pc:spChg chg="mod">
          <ac:chgData name="musukie52@gmail.com" userId="017bd91f96aa8751" providerId="LiveId" clId="{5B2C3894-F97E-4CAB-8812-5BB4D83AAC6A}" dt="2026-09-13T06:25:24.606" v="7547" actId="20577"/>
          <ac:spMkLst>
            <pc:docMk/>
            <pc:sldMk cId="2719153375" sldId="272"/>
            <ac:spMk id="3" creationId="{7B3A4326-5BC4-B77F-3B61-3B28D65A7BDA}"/>
          </ac:spMkLst>
        </pc:spChg>
      </pc:sldChg>
      <pc:sldChg chg="modSp new mod">
        <pc:chgData name="musukie52@gmail.com" userId="017bd91f96aa8751" providerId="LiveId" clId="{5B2C3894-F97E-4CAB-8812-5BB4D83AAC6A}" dt="2026-09-13T06:27:08.926" v="8041" actId="20577"/>
        <pc:sldMkLst>
          <pc:docMk/>
          <pc:sldMk cId="3641635929" sldId="273"/>
        </pc:sldMkLst>
        <pc:spChg chg="mod">
          <ac:chgData name="musukie52@gmail.com" userId="017bd91f96aa8751" providerId="LiveId" clId="{5B2C3894-F97E-4CAB-8812-5BB4D83AAC6A}" dt="2026-09-13T06:25:30.526" v="7552" actId="20577"/>
          <ac:spMkLst>
            <pc:docMk/>
            <pc:sldMk cId="3641635929" sldId="273"/>
            <ac:spMk id="2" creationId="{84B0470B-6B04-155D-3A90-5BE0CE1B5A3E}"/>
          </ac:spMkLst>
        </pc:spChg>
        <pc:spChg chg="mod">
          <ac:chgData name="musukie52@gmail.com" userId="017bd91f96aa8751" providerId="LiveId" clId="{5B2C3894-F97E-4CAB-8812-5BB4D83AAC6A}" dt="2026-09-13T06:27:08.926" v="8041" actId="20577"/>
          <ac:spMkLst>
            <pc:docMk/>
            <pc:sldMk cId="3641635929" sldId="273"/>
            <ac:spMk id="3" creationId="{796762CF-4651-8B4B-47D7-FC9BE6F9922C}"/>
          </ac:spMkLst>
        </pc:spChg>
      </pc:sldChg>
      <pc:sldChg chg="modSp new mod">
        <pc:chgData name="musukie52@gmail.com" userId="017bd91f96aa8751" providerId="LiveId" clId="{5B2C3894-F97E-4CAB-8812-5BB4D83AAC6A}" dt="2026-09-13T06:34:58.610" v="8595" actId="20577"/>
        <pc:sldMkLst>
          <pc:docMk/>
          <pc:sldMk cId="870026043" sldId="274"/>
        </pc:sldMkLst>
        <pc:spChg chg="mod">
          <ac:chgData name="musukie52@gmail.com" userId="017bd91f96aa8751" providerId="LiveId" clId="{5B2C3894-F97E-4CAB-8812-5BB4D83AAC6A}" dt="2026-09-13T06:27:42.543" v="8086" actId="20577"/>
          <ac:spMkLst>
            <pc:docMk/>
            <pc:sldMk cId="870026043" sldId="274"/>
            <ac:spMk id="2" creationId="{BCF55F2F-7525-5C58-75E0-179768474D57}"/>
          </ac:spMkLst>
        </pc:spChg>
        <pc:spChg chg="mod">
          <ac:chgData name="musukie52@gmail.com" userId="017bd91f96aa8751" providerId="LiveId" clId="{5B2C3894-F97E-4CAB-8812-5BB4D83AAC6A}" dt="2026-09-13T06:34:58.610" v="8595" actId="20577"/>
          <ac:spMkLst>
            <pc:docMk/>
            <pc:sldMk cId="870026043" sldId="274"/>
            <ac:spMk id="3" creationId="{EAA5DEE6-A91E-3549-4E7A-6096E25267E1}"/>
          </ac:spMkLst>
        </pc:spChg>
      </pc:sldChg>
      <pc:sldChg chg="modSp new mod">
        <pc:chgData name="musukie52@gmail.com" userId="017bd91f96aa8751" providerId="LiveId" clId="{5B2C3894-F97E-4CAB-8812-5BB4D83AAC6A}" dt="2026-09-13T06:39:08.530" v="9374" actId="27636"/>
        <pc:sldMkLst>
          <pc:docMk/>
          <pc:sldMk cId="2426750170" sldId="275"/>
        </pc:sldMkLst>
        <pc:spChg chg="mod">
          <ac:chgData name="musukie52@gmail.com" userId="017bd91f96aa8751" providerId="LiveId" clId="{5B2C3894-F97E-4CAB-8812-5BB4D83AAC6A}" dt="2026-09-13T06:36:26.150" v="8641" actId="20577"/>
          <ac:spMkLst>
            <pc:docMk/>
            <pc:sldMk cId="2426750170" sldId="275"/>
            <ac:spMk id="2" creationId="{CDE952D7-5499-130E-8988-8BE2FAE6FB2B}"/>
          </ac:spMkLst>
        </pc:spChg>
        <pc:spChg chg="mod">
          <ac:chgData name="musukie52@gmail.com" userId="017bd91f96aa8751" providerId="LiveId" clId="{5B2C3894-F97E-4CAB-8812-5BB4D83AAC6A}" dt="2026-09-13T06:39:08.530" v="9374" actId="27636"/>
          <ac:spMkLst>
            <pc:docMk/>
            <pc:sldMk cId="2426750170" sldId="275"/>
            <ac:spMk id="3" creationId="{BD44B09F-5A44-1112-2411-78CBF7982022}"/>
          </ac:spMkLst>
        </pc:spChg>
      </pc:sldChg>
      <pc:sldChg chg="modSp new mod">
        <pc:chgData name="musukie52@gmail.com" userId="017bd91f96aa8751" providerId="LiveId" clId="{5B2C3894-F97E-4CAB-8812-5BB4D83AAC6A}" dt="2026-09-13T06:41:59.901" v="9919" actId="20577"/>
        <pc:sldMkLst>
          <pc:docMk/>
          <pc:sldMk cId="2300687631" sldId="276"/>
        </pc:sldMkLst>
        <pc:spChg chg="mod">
          <ac:chgData name="musukie52@gmail.com" userId="017bd91f96aa8751" providerId="LiveId" clId="{5B2C3894-F97E-4CAB-8812-5BB4D83AAC6A}" dt="2026-09-13T06:39:21.925" v="9408" actId="20577"/>
          <ac:spMkLst>
            <pc:docMk/>
            <pc:sldMk cId="2300687631" sldId="276"/>
            <ac:spMk id="2" creationId="{5194333E-7B62-3021-D5DF-6AA4F2124F91}"/>
          </ac:spMkLst>
        </pc:spChg>
        <pc:spChg chg="mod">
          <ac:chgData name="musukie52@gmail.com" userId="017bd91f96aa8751" providerId="LiveId" clId="{5B2C3894-F97E-4CAB-8812-5BB4D83AAC6A}" dt="2026-09-13T06:41:59.901" v="9919" actId="20577"/>
          <ac:spMkLst>
            <pc:docMk/>
            <pc:sldMk cId="2300687631" sldId="276"/>
            <ac:spMk id="3" creationId="{045A3A3E-9551-D02F-7256-10D8F24A9055}"/>
          </ac:spMkLst>
        </pc:spChg>
      </pc:sldChg>
      <pc:sldChg chg="modSp new mod">
        <pc:chgData name="musukie52@gmail.com" userId="017bd91f96aa8751" providerId="LiveId" clId="{5B2C3894-F97E-4CAB-8812-5BB4D83AAC6A}" dt="2026-09-13T06:48:43.080" v="11030" actId="207"/>
        <pc:sldMkLst>
          <pc:docMk/>
          <pc:sldMk cId="3004851851" sldId="277"/>
        </pc:sldMkLst>
        <pc:spChg chg="mod">
          <ac:chgData name="musukie52@gmail.com" userId="017bd91f96aa8751" providerId="LiveId" clId="{5B2C3894-F97E-4CAB-8812-5BB4D83AAC6A}" dt="2026-09-13T06:43:14.478" v="10013" actId="404"/>
          <ac:spMkLst>
            <pc:docMk/>
            <pc:sldMk cId="3004851851" sldId="277"/>
            <ac:spMk id="2" creationId="{F0FBC4E6-7D46-1E54-25E6-2F7241750293}"/>
          </ac:spMkLst>
        </pc:spChg>
        <pc:spChg chg="mod">
          <ac:chgData name="musukie52@gmail.com" userId="017bd91f96aa8751" providerId="LiveId" clId="{5B2C3894-F97E-4CAB-8812-5BB4D83AAC6A}" dt="2026-09-13T06:48:43.080" v="11030" actId="207"/>
          <ac:spMkLst>
            <pc:docMk/>
            <pc:sldMk cId="3004851851" sldId="277"/>
            <ac:spMk id="3" creationId="{1D788E4A-B352-84AF-73A5-F7E123DC29B6}"/>
          </ac:spMkLst>
        </pc:spChg>
      </pc:sldChg>
      <pc:sldChg chg="addSp delSp new mod">
        <pc:chgData name="musukie52@gmail.com" userId="017bd91f96aa8751" providerId="LiveId" clId="{5B2C3894-F97E-4CAB-8812-5BB4D83AAC6A}" dt="2026-09-13T06:47:01.972" v="10635" actId="22"/>
        <pc:sldMkLst>
          <pc:docMk/>
          <pc:sldMk cId="326323229" sldId="278"/>
        </pc:sldMkLst>
        <pc:spChg chg="del">
          <ac:chgData name="musukie52@gmail.com" userId="017bd91f96aa8751" providerId="LiveId" clId="{5B2C3894-F97E-4CAB-8812-5BB4D83AAC6A}" dt="2026-09-13T06:47:00.955" v="10634" actId="478"/>
          <ac:spMkLst>
            <pc:docMk/>
            <pc:sldMk cId="326323229" sldId="278"/>
            <ac:spMk id="2" creationId="{C19E2EF0-4507-C73D-2A7B-9E2CBA99EB0E}"/>
          </ac:spMkLst>
        </pc:spChg>
        <pc:spChg chg="del">
          <ac:chgData name="musukie52@gmail.com" userId="017bd91f96aa8751" providerId="LiveId" clId="{5B2C3894-F97E-4CAB-8812-5BB4D83AAC6A}" dt="2026-09-13T06:47:00.955" v="10634" actId="478"/>
          <ac:spMkLst>
            <pc:docMk/>
            <pc:sldMk cId="326323229" sldId="278"/>
            <ac:spMk id="3" creationId="{7CD9AA9F-A764-60E9-B172-AC1EA9C3D4C1}"/>
          </ac:spMkLst>
        </pc:spChg>
        <pc:picChg chg="add">
          <ac:chgData name="musukie52@gmail.com" userId="017bd91f96aa8751" providerId="LiveId" clId="{5B2C3894-F97E-4CAB-8812-5BB4D83AAC6A}" dt="2026-09-13T06:47:01.972" v="10635" actId="22"/>
          <ac:picMkLst>
            <pc:docMk/>
            <pc:sldMk cId="326323229" sldId="278"/>
            <ac:picMk id="5" creationId="{0708E6EB-A11B-578D-55FA-062E4E00DAE8}"/>
          </ac:picMkLst>
        </pc:picChg>
      </pc:sldChg>
      <pc:sldChg chg="modSp new mod">
        <pc:chgData name="musukie52@gmail.com" userId="017bd91f96aa8751" providerId="LiveId" clId="{5B2C3894-F97E-4CAB-8812-5BB4D83AAC6A}" dt="2026-09-13T06:52:27.608" v="11794" actId="20577"/>
        <pc:sldMkLst>
          <pc:docMk/>
          <pc:sldMk cId="912777550" sldId="279"/>
        </pc:sldMkLst>
        <pc:spChg chg="mod">
          <ac:chgData name="musukie52@gmail.com" userId="017bd91f96aa8751" providerId="LiveId" clId="{5B2C3894-F97E-4CAB-8812-5BB4D83AAC6A}" dt="2026-09-13T06:48:58.053" v="11060" actId="20577"/>
          <ac:spMkLst>
            <pc:docMk/>
            <pc:sldMk cId="912777550" sldId="279"/>
            <ac:spMk id="2" creationId="{5F769440-3DAD-09C8-2608-9BE0DF303D1A}"/>
          </ac:spMkLst>
        </pc:spChg>
        <pc:spChg chg="mod">
          <ac:chgData name="musukie52@gmail.com" userId="017bd91f96aa8751" providerId="LiveId" clId="{5B2C3894-F97E-4CAB-8812-5BB4D83AAC6A}" dt="2026-09-13T06:52:27.608" v="11794" actId="20577"/>
          <ac:spMkLst>
            <pc:docMk/>
            <pc:sldMk cId="912777550" sldId="279"/>
            <ac:spMk id="3" creationId="{F395CEA6-7687-F928-7C70-0847CD101E12}"/>
          </ac:spMkLst>
        </pc:spChg>
      </pc:sldChg>
      <pc:sldChg chg="modSp new mod">
        <pc:chgData name="musukie52@gmail.com" userId="017bd91f96aa8751" providerId="LiveId" clId="{5B2C3894-F97E-4CAB-8812-5BB4D83AAC6A}" dt="2026-09-13T06:55:39.870" v="12047" actId="20577"/>
        <pc:sldMkLst>
          <pc:docMk/>
          <pc:sldMk cId="1768531031" sldId="280"/>
        </pc:sldMkLst>
        <pc:spChg chg="mod">
          <ac:chgData name="musukie52@gmail.com" userId="017bd91f96aa8751" providerId="LiveId" clId="{5B2C3894-F97E-4CAB-8812-5BB4D83AAC6A}" dt="2026-09-13T06:52:48.075" v="11827" actId="20577"/>
          <ac:spMkLst>
            <pc:docMk/>
            <pc:sldMk cId="1768531031" sldId="280"/>
            <ac:spMk id="2" creationId="{3115C0FF-4167-C940-D30B-E6E3E595768C}"/>
          </ac:spMkLst>
        </pc:spChg>
        <pc:spChg chg="mod">
          <ac:chgData name="musukie52@gmail.com" userId="017bd91f96aa8751" providerId="LiveId" clId="{5B2C3894-F97E-4CAB-8812-5BB4D83AAC6A}" dt="2026-09-13T06:55:39.870" v="12047" actId="20577"/>
          <ac:spMkLst>
            <pc:docMk/>
            <pc:sldMk cId="1768531031" sldId="280"/>
            <ac:spMk id="3" creationId="{6DF53E05-65F9-15C2-2DCE-B19659F0F792}"/>
          </ac:spMkLst>
        </pc:spChg>
      </pc:sldChg>
      <pc:sldChg chg="modSp new mod">
        <pc:chgData name="musukie52@gmail.com" userId="017bd91f96aa8751" providerId="LiveId" clId="{5B2C3894-F97E-4CAB-8812-5BB4D83AAC6A}" dt="2026-09-13T06:56:24.817" v="12324" actId="20577"/>
        <pc:sldMkLst>
          <pc:docMk/>
          <pc:sldMk cId="3334756464" sldId="281"/>
        </pc:sldMkLst>
        <pc:spChg chg="mod">
          <ac:chgData name="musukie52@gmail.com" userId="017bd91f96aa8751" providerId="LiveId" clId="{5B2C3894-F97E-4CAB-8812-5BB4D83AAC6A}" dt="2026-09-13T06:55:49.598" v="12058" actId="20577"/>
          <ac:spMkLst>
            <pc:docMk/>
            <pc:sldMk cId="3334756464" sldId="281"/>
            <ac:spMk id="2" creationId="{486F1578-8E44-9185-5CCB-832F3C8D4DBD}"/>
          </ac:spMkLst>
        </pc:spChg>
        <pc:spChg chg="mod">
          <ac:chgData name="musukie52@gmail.com" userId="017bd91f96aa8751" providerId="LiveId" clId="{5B2C3894-F97E-4CAB-8812-5BB4D83AAC6A}" dt="2026-09-13T06:56:24.817" v="12324" actId="20577"/>
          <ac:spMkLst>
            <pc:docMk/>
            <pc:sldMk cId="3334756464" sldId="281"/>
            <ac:spMk id="3" creationId="{86003622-4B68-2302-D068-FABAED3C8263}"/>
          </ac:spMkLst>
        </pc:spChg>
      </pc:sldChg>
      <pc:sldChg chg="modSp new mod">
        <pc:chgData name="musukie52@gmail.com" userId="017bd91f96aa8751" providerId="LiveId" clId="{5B2C3894-F97E-4CAB-8812-5BB4D83AAC6A}" dt="2026-09-13T06:57:12.246" v="12610" actId="20577"/>
        <pc:sldMkLst>
          <pc:docMk/>
          <pc:sldMk cId="60376249" sldId="282"/>
        </pc:sldMkLst>
        <pc:spChg chg="mod">
          <ac:chgData name="musukie52@gmail.com" userId="017bd91f96aa8751" providerId="LiveId" clId="{5B2C3894-F97E-4CAB-8812-5BB4D83AAC6A}" dt="2026-09-13T06:56:34.655" v="12374" actId="20577"/>
          <ac:spMkLst>
            <pc:docMk/>
            <pc:sldMk cId="60376249" sldId="282"/>
            <ac:spMk id="2" creationId="{05FCA6D2-403C-4AD0-17D0-4CC15315BC07}"/>
          </ac:spMkLst>
        </pc:spChg>
        <pc:spChg chg="mod">
          <ac:chgData name="musukie52@gmail.com" userId="017bd91f96aa8751" providerId="LiveId" clId="{5B2C3894-F97E-4CAB-8812-5BB4D83AAC6A}" dt="2026-09-13T06:57:12.246" v="12610" actId="20577"/>
          <ac:spMkLst>
            <pc:docMk/>
            <pc:sldMk cId="60376249" sldId="282"/>
            <ac:spMk id="3" creationId="{A3A12747-F166-B24F-FAC4-F90C9B2DDE89}"/>
          </ac:spMkLst>
        </pc:spChg>
      </pc:sldChg>
      <pc:sldChg chg="modSp new mod">
        <pc:chgData name="musukie52@gmail.com" userId="017bd91f96aa8751" providerId="LiveId" clId="{5B2C3894-F97E-4CAB-8812-5BB4D83AAC6A}" dt="2026-09-13T07:01:25.367" v="13120" actId="20577"/>
        <pc:sldMkLst>
          <pc:docMk/>
          <pc:sldMk cId="3204641630" sldId="283"/>
        </pc:sldMkLst>
        <pc:spChg chg="mod">
          <ac:chgData name="musukie52@gmail.com" userId="017bd91f96aa8751" providerId="LiveId" clId="{5B2C3894-F97E-4CAB-8812-5BB4D83AAC6A}" dt="2026-09-13T06:57:53.402" v="12662" actId="20577"/>
          <ac:spMkLst>
            <pc:docMk/>
            <pc:sldMk cId="3204641630" sldId="283"/>
            <ac:spMk id="2" creationId="{BFB7920A-89F3-0AB3-885A-04CDDBBF0536}"/>
          </ac:spMkLst>
        </pc:spChg>
        <pc:spChg chg="mod">
          <ac:chgData name="musukie52@gmail.com" userId="017bd91f96aa8751" providerId="LiveId" clId="{5B2C3894-F97E-4CAB-8812-5BB4D83AAC6A}" dt="2026-09-13T07:01:25.367" v="13120" actId="20577"/>
          <ac:spMkLst>
            <pc:docMk/>
            <pc:sldMk cId="3204641630" sldId="283"/>
            <ac:spMk id="3" creationId="{C6AFAB0F-B013-50FC-4F28-766849C6AC69}"/>
          </ac:spMkLst>
        </pc:spChg>
      </pc:sldChg>
      <pc:sldChg chg="addSp delSp new mod">
        <pc:chgData name="musukie52@gmail.com" userId="017bd91f96aa8751" providerId="LiveId" clId="{5B2C3894-F97E-4CAB-8812-5BB4D83AAC6A}" dt="2026-09-13T07:02:08.848" v="13123" actId="22"/>
        <pc:sldMkLst>
          <pc:docMk/>
          <pc:sldMk cId="2319000130" sldId="284"/>
        </pc:sldMkLst>
        <pc:spChg chg="del">
          <ac:chgData name="musukie52@gmail.com" userId="017bd91f96aa8751" providerId="LiveId" clId="{5B2C3894-F97E-4CAB-8812-5BB4D83AAC6A}" dt="2026-09-13T07:02:07.739" v="13122" actId="478"/>
          <ac:spMkLst>
            <pc:docMk/>
            <pc:sldMk cId="2319000130" sldId="284"/>
            <ac:spMk id="2" creationId="{8D3E78E8-EA1E-67EB-91AB-31DD73E81D05}"/>
          </ac:spMkLst>
        </pc:spChg>
        <pc:spChg chg="del">
          <ac:chgData name="musukie52@gmail.com" userId="017bd91f96aa8751" providerId="LiveId" clId="{5B2C3894-F97E-4CAB-8812-5BB4D83AAC6A}" dt="2026-09-13T07:02:07.739" v="13122" actId="478"/>
          <ac:spMkLst>
            <pc:docMk/>
            <pc:sldMk cId="2319000130" sldId="284"/>
            <ac:spMk id="3" creationId="{22F7B162-C94A-2C1F-0C30-48F7E2A3CED4}"/>
          </ac:spMkLst>
        </pc:spChg>
        <pc:picChg chg="add">
          <ac:chgData name="musukie52@gmail.com" userId="017bd91f96aa8751" providerId="LiveId" clId="{5B2C3894-F97E-4CAB-8812-5BB4D83AAC6A}" dt="2026-09-13T07:02:08.848" v="13123" actId="22"/>
          <ac:picMkLst>
            <pc:docMk/>
            <pc:sldMk cId="2319000130" sldId="284"/>
            <ac:picMk id="5" creationId="{F5E2A581-262A-0E9A-32C8-10AE5F925209}"/>
          </ac:picMkLst>
        </pc:picChg>
      </pc:sldChg>
      <pc:sldChg chg="modSp new mod">
        <pc:chgData name="musukie52@gmail.com" userId="017bd91f96aa8751" providerId="LiveId" clId="{5B2C3894-F97E-4CAB-8812-5BB4D83AAC6A}" dt="2026-09-13T07:02:58.908" v="13434" actId="20577"/>
        <pc:sldMkLst>
          <pc:docMk/>
          <pc:sldMk cId="1650065642" sldId="285"/>
        </pc:sldMkLst>
        <pc:spChg chg="mod">
          <ac:chgData name="musukie52@gmail.com" userId="017bd91f96aa8751" providerId="LiveId" clId="{5B2C3894-F97E-4CAB-8812-5BB4D83AAC6A}" dt="2026-09-13T07:02:58.908" v="13434" actId="20577"/>
          <ac:spMkLst>
            <pc:docMk/>
            <pc:sldMk cId="1650065642" sldId="285"/>
            <ac:spMk id="3" creationId="{F6630F48-46AD-7560-E311-899415A793F2}"/>
          </ac:spMkLst>
        </pc:spChg>
      </pc:sldChg>
      <pc:sldChg chg="modSp new mod">
        <pc:chgData name="musukie52@gmail.com" userId="017bd91f96aa8751" providerId="LiveId" clId="{5B2C3894-F97E-4CAB-8812-5BB4D83AAC6A}" dt="2026-09-13T07:03:42.889" v="13668" actId="20577"/>
        <pc:sldMkLst>
          <pc:docMk/>
          <pc:sldMk cId="2041398017" sldId="286"/>
        </pc:sldMkLst>
        <pc:spChg chg="mod">
          <ac:chgData name="musukie52@gmail.com" userId="017bd91f96aa8751" providerId="LiveId" clId="{5B2C3894-F97E-4CAB-8812-5BB4D83AAC6A}" dt="2026-09-13T07:03:30.165" v="13553" actId="20577"/>
          <ac:spMkLst>
            <pc:docMk/>
            <pc:sldMk cId="2041398017" sldId="286"/>
            <ac:spMk id="2" creationId="{54A7395E-45CB-FD75-CAB2-CAB3D9E77940}"/>
          </ac:spMkLst>
        </pc:spChg>
        <pc:spChg chg="mod">
          <ac:chgData name="musukie52@gmail.com" userId="017bd91f96aa8751" providerId="LiveId" clId="{5B2C3894-F97E-4CAB-8812-5BB4D83AAC6A}" dt="2026-09-13T07:03:42.889" v="13668" actId="20577"/>
          <ac:spMkLst>
            <pc:docMk/>
            <pc:sldMk cId="2041398017" sldId="286"/>
            <ac:spMk id="3" creationId="{9102BD5E-6775-5C6A-0F9E-D11E00C9B02F}"/>
          </ac:spMkLst>
        </pc:spChg>
      </pc:sldChg>
      <pc:sldChg chg="addSp delSp new mod">
        <pc:chgData name="musukie52@gmail.com" userId="017bd91f96aa8751" providerId="LiveId" clId="{5B2C3894-F97E-4CAB-8812-5BB4D83AAC6A}" dt="2026-09-13T07:04:18.094" v="13671" actId="22"/>
        <pc:sldMkLst>
          <pc:docMk/>
          <pc:sldMk cId="2101494629" sldId="287"/>
        </pc:sldMkLst>
        <pc:spChg chg="del">
          <ac:chgData name="musukie52@gmail.com" userId="017bd91f96aa8751" providerId="LiveId" clId="{5B2C3894-F97E-4CAB-8812-5BB4D83AAC6A}" dt="2026-09-13T07:04:17.307" v="13670" actId="478"/>
          <ac:spMkLst>
            <pc:docMk/>
            <pc:sldMk cId="2101494629" sldId="287"/>
            <ac:spMk id="2" creationId="{5E24073F-EB33-5DC0-8993-0FC8E8FC5DCF}"/>
          </ac:spMkLst>
        </pc:spChg>
        <pc:spChg chg="del">
          <ac:chgData name="musukie52@gmail.com" userId="017bd91f96aa8751" providerId="LiveId" clId="{5B2C3894-F97E-4CAB-8812-5BB4D83AAC6A}" dt="2026-09-13T07:04:17.307" v="13670" actId="478"/>
          <ac:spMkLst>
            <pc:docMk/>
            <pc:sldMk cId="2101494629" sldId="287"/>
            <ac:spMk id="3" creationId="{4AF91584-3379-D61E-8AB1-E0AD25CF9C12}"/>
          </ac:spMkLst>
        </pc:spChg>
        <pc:picChg chg="add">
          <ac:chgData name="musukie52@gmail.com" userId="017bd91f96aa8751" providerId="LiveId" clId="{5B2C3894-F97E-4CAB-8812-5BB4D83AAC6A}" dt="2026-09-13T07:04:18.094" v="13671" actId="22"/>
          <ac:picMkLst>
            <pc:docMk/>
            <pc:sldMk cId="2101494629" sldId="287"/>
            <ac:picMk id="5" creationId="{9DA80E0A-82D4-9AD0-4000-9130E7EDAE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9778AA-DC68-0417-C961-E8A338FC7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476A04-965F-68D0-4897-7DE55F7EB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A8B7EF-E406-BFFE-6419-2021CEFE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0E90-BDD9-4503-AFAB-02E21AAD53C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80A5E3-9549-FB1F-F096-A049C23DD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F0223B-1AF4-0B40-9B2E-66568A2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EC13-2471-4C05-AE03-F349C2765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019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9DC8E3-BD33-76D7-410C-FF49FBBA6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4D474A-597E-2BC4-3722-89E8AB2B5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F8A241-9F76-BBC3-5224-931AEBBB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0E90-BDD9-4503-AFAB-02E21AAD53C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F6E8A2-CAB2-64AA-AFB8-BC163CE7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6AE3B0-43A3-8559-B9E9-8F201BC25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EC13-2471-4C05-AE03-F349C2765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47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EE224-4A91-AB18-CA24-6A7683BAE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F3C99A-E7AD-4354-1EC7-15445D4A1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C1EB3C-D2D5-E1A5-69AF-45BA3C3C3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0E90-BDD9-4503-AFAB-02E21AAD53C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275BBC-A8A3-D3F9-7588-E27AEEFB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4832E2-0494-0529-5903-CF07542E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EC13-2471-4C05-AE03-F349C2765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29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26D74-747C-B9C8-497A-70588D90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E083D2-FA34-55DF-8F39-E87035FAB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D408EE-22F4-8B01-046A-8F27C1DAA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BB7B75-EF2D-72FC-BE23-D17260C0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0E90-BDD9-4503-AFAB-02E21AAD53C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0AD67F-ADDC-99E6-79D2-30B98F80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011A04-DADF-5E85-8EC2-63201212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EC13-2471-4C05-AE03-F349C2765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927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DB203-212E-0ED6-57E7-3630D21FD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6B3FBD-FCE4-CFFC-81F6-0002644D9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53106F-D95A-7FEC-4277-8B172180D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4BD558-B5BD-25D5-ABDC-9DD42103EE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595E28E-7533-6496-188F-43B505EB46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09FB38-2651-B640-0AED-3EA68193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0E90-BDD9-4503-AFAB-02E21AAD53C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D0E81A1-CF6C-0C56-D947-E79FE670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199F3D-E48B-0B31-F8B3-83C69B78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EC13-2471-4C05-AE03-F349C2765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37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3920A-C91A-7445-4DF8-EC324404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5FEBE0-666B-83D0-5AB4-A470210B3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0E90-BDD9-4503-AFAB-02E21AAD53C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04B311-66D3-400A-611D-4808D7A1E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87AF49-D179-2F15-D825-674979571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EC13-2471-4C05-AE03-F349C2765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062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BCBED3-0AD1-44DA-D2BF-D84779ABA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0E90-BDD9-4503-AFAB-02E21AAD53C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42D462-9C20-902F-7399-F9D862E47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10D2F6-7CC7-7C4E-E59F-DDF88DFB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EC13-2471-4C05-AE03-F349C2765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7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5714AF-4D27-9A90-3C72-9A603E42E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157C62-B3EA-079F-B320-805C72E89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5677A7-953F-19A5-EFA0-750B96EA2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0B693B-0477-E3E9-33FA-40E0285EC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0E90-BDD9-4503-AFAB-02E21AAD53C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BFD022-6CCF-86F5-8985-D61EF3494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960A54-E634-D2BF-9A75-352A64574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EC13-2471-4C05-AE03-F349C2765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175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1CCAA-0C11-E552-30C8-93442A76D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46F11B-E3C9-5CD7-FB5C-C9F0D9E54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322306-19F9-5720-8806-88FED4661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4984B5-3324-E1CE-EF18-B4106CA3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0E90-BDD9-4503-AFAB-02E21AAD53C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0A700D-1B1D-BEBF-98D7-6DCF5EED6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493AD2-FF62-BCE3-D0FB-9CA3DD44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EC13-2471-4C05-AE03-F349C2765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603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C13C5-9E41-A4C6-8E18-136EA466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F89490-9BA6-F52E-5B20-CCA237425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3116FF-F311-7540-4081-0E3E8B872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0E90-BDD9-4503-AFAB-02E21AAD53C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CEC31-01B7-F548-7105-E2D9672AF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499DA8-23C1-455D-97FA-409C649C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EC13-2471-4C05-AE03-F349C2765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76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07C20FC-A712-A3EA-42D1-E58A080E62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B8F2C8-28F7-33BF-DE68-5C43529A6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A6515F-66C7-FDFA-18DE-8ABF459C5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0E90-BDD9-4503-AFAB-02E21AAD53C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F94C60-3AAC-541A-E712-047E09EB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E62037-2B4A-2CB8-E967-4C1BC468A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EC13-2471-4C05-AE03-F349C2765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81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6D506F8-A7CD-5F66-4192-E3925E1C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1300E0-4841-B74B-6CA5-5901D8A28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0AF73F-93C2-986B-6280-58FAF62CDC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30E90-BDD9-4503-AFAB-02E21AAD53C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A7A262-7806-FBDF-0329-58ED77B50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492C32-711C-5E38-3DAE-F30E41968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EEC13-2471-4C05-AE03-F349C2765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191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3FF0A9-483B-AE67-B95B-4C6155FB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</a:t>
            </a:r>
            <a:r>
              <a:rPr lang="en-US" altLang="ko-KR" dirty="0"/>
              <a:t>Class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C1F958-3DAE-75D9-C285-029A00504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클래스의 구성요소</a:t>
            </a:r>
            <a:endParaRPr lang="en-US" altLang="ko-KR" dirty="0"/>
          </a:p>
          <a:p>
            <a:r>
              <a:rPr lang="ko-KR" altLang="en-US" dirty="0"/>
              <a:t>서양의 중세 판타지 </a:t>
            </a:r>
            <a:r>
              <a:rPr lang="en-US" altLang="ko-KR" dirty="0"/>
              <a:t>– ‘</a:t>
            </a:r>
            <a:r>
              <a:rPr lang="ko-KR" altLang="en-US" dirty="0"/>
              <a:t>카리스마</a:t>
            </a:r>
            <a:r>
              <a:rPr lang="en-US" altLang="ko-KR" dirty="0"/>
              <a:t>’</a:t>
            </a:r>
            <a:r>
              <a:rPr lang="ko-KR" altLang="en-US" dirty="0"/>
              <a:t>라는 영역</a:t>
            </a:r>
            <a:endParaRPr lang="en-US" altLang="ko-KR" dirty="0"/>
          </a:p>
          <a:p>
            <a:r>
              <a:rPr lang="ko-KR" altLang="en-US" dirty="0"/>
              <a:t>클래스는 다양하게 가지지만</a:t>
            </a:r>
            <a:r>
              <a:rPr lang="en-US" altLang="ko-KR" dirty="0"/>
              <a:t>, </a:t>
            </a:r>
            <a:r>
              <a:rPr lang="ko-KR" altLang="en-US" dirty="0"/>
              <a:t>대부분 어느 정도 </a:t>
            </a:r>
            <a:r>
              <a:rPr lang="ko-KR" altLang="en-US" dirty="0" err="1"/>
              <a:t>가지느냐에</a:t>
            </a:r>
            <a:r>
              <a:rPr lang="ko-KR" altLang="en-US" dirty="0"/>
              <a:t> 따라 달라진다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체력 </a:t>
            </a:r>
            <a:r>
              <a:rPr lang="en-US" altLang="ko-KR" dirty="0"/>
              <a:t>: </a:t>
            </a:r>
            <a:r>
              <a:rPr lang="ko-KR" altLang="en-US" dirty="0"/>
              <a:t>전사</a:t>
            </a:r>
            <a:r>
              <a:rPr lang="en-US" altLang="ko-KR" dirty="0"/>
              <a:t>(</a:t>
            </a:r>
            <a:r>
              <a:rPr lang="ko-KR" altLang="en-US" dirty="0"/>
              <a:t>가장 높음</a:t>
            </a:r>
            <a:r>
              <a:rPr lang="en-US" altLang="ko-KR" dirty="0"/>
              <a:t>) / </a:t>
            </a:r>
            <a:r>
              <a:rPr lang="ko-KR" altLang="en-US" dirty="0"/>
              <a:t>마법사</a:t>
            </a:r>
            <a:r>
              <a:rPr lang="en-US" altLang="ko-KR" dirty="0"/>
              <a:t>(</a:t>
            </a:r>
            <a:r>
              <a:rPr lang="ko-KR" altLang="en-US" dirty="0"/>
              <a:t>중간</a:t>
            </a:r>
            <a:r>
              <a:rPr lang="en-US" altLang="ko-KR" dirty="0"/>
              <a:t>) / </a:t>
            </a:r>
            <a:r>
              <a:rPr lang="ko-KR" altLang="en-US" dirty="0"/>
              <a:t>사제</a:t>
            </a:r>
            <a:r>
              <a:rPr lang="en-US" altLang="ko-KR" dirty="0"/>
              <a:t>(</a:t>
            </a:r>
            <a:r>
              <a:rPr lang="ko-KR" altLang="en-US" dirty="0"/>
              <a:t>마법사와 </a:t>
            </a:r>
            <a:r>
              <a:rPr lang="ko-KR" altLang="en-US" dirty="0" err="1"/>
              <a:t>비슷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전사가 체력이 많으니까 앞에서 </a:t>
            </a:r>
            <a:r>
              <a:rPr lang="en-US" altLang="ko-KR" dirty="0"/>
              <a:t>‘</a:t>
            </a:r>
            <a:r>
              <a:rPr lang="ko-KR" altLang="en-US" dirty="0"/>
              <a:t>버티다</a:t>
            </a:r>
            <a:r>
              <a:rPr lang="en-US" altLang="ko-KR" dirty="0"/>
              <a:t>‘ – </a:t>
            </a:r>
            <a:r>
              <a:rPr lang="ko-KR" altLang="en-US" dirty="0" err="1"/>
              <a:t>한두대</a:t>
            </a:r>
            <a:r>
              <a:rPr lang="ko-KR" altLang="en-US" dirty="0"/>
              <a:t> 맞아서 죽지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전사가 버티는 동안 뒤에서 누군가가 </a:t>
            </a:r>
            <a:r>
              <a:rPr lang="ko-KR" altLang="en-US" dirty="0" err="1"/>
              <a:t>자릿값을</a:t>
            </a:r>
            <a:r>
              <a:rPr lang="ko-KR" altLang="en-US" dirty="0"/>
              <a:t> 채워줘야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클래스 </a:t>
            </a:r>
            <a:r>
              <a:rPr lang="en-US" altLang="ko-KR" dirty="0"/>
              <a:t>=&gt; </a:t>
            </a:r>
            <a:r>
              <a:rPr lang="ko-KR" altLang="en-US" dirty="0"/>
              <a:t>내가 못하는 것을 명확하게 하는 것</a:t>
            </a:r>
            <a:endParaRPr lang="en-US" altLang="ko-KR" dirty="0"/>
          </a:p>
          <a:p>
            <a:pPr lvl="1"/>
            <a:r>
              <a:rPr lang="ko-KR" altLang="en-US" dirty="0"/>
              <a:t>그래야 친구가 필요하다</a:t>
            </a:r>
            <a:r>
              <a:rPr lang="en-US" altLang="ko-KR" dirty="0"/>
              <a:t>. </a:t>
            </a:r>
            <a:r>
              <a:rPr lang="ko-KR" altLang="en-US" dirty="0"/>
              <a:t>안 그러면 혼자서 다 하니까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정도의 차이 </a:t>
            </a:r>
            <a:r>
              <a:rPr lang="en-US" altLang="ko-KR" dirty="0"/>
              <a:t>(</a:t>
            </a:r>
            <a:r>
              <a:rPr lang="ko-KR" altLang="en-US" dirty="0"/>
              <a:t>쉽게 말해서 양의 차이</a:t>
            </a:r>
            <a:r>
              <a:rPr lang="en-US" altLang="ko-KR" dirty="0"/>
              <a:t>) / </a:t>
            </a:r>
            <a:r>
              <a:rPr lang="ko-KR" altLang="en-US" dirty="0"/>
              <a:t>기술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37473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D138B-3378-E6FA-FDA0-2BD8DEE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친구가 필요해지는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72ACF-3C4D-3ED4-733E-D53CDC26A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같은 능력인데 잘하고</a:t>
            </a:r>
            <a:r>
              <a:rPr lang="en-US" altLang="ko-KR" dirty="0"/>
              <a:t>/</a:t>
            </a:r>
            <a:r>
              <a:rPr lang="ko-KR" altLang="en-US" dirty="0" err="1"/>
              <a:t>못하고에</a:t>
            </a:r>
            <a:r>
              <a:rPr lang="ko-KR" altLang="en-US" dirty="0"/>
              <a:t> 따라 달라지거나</a:t>
            </a:r>
            <a:endParaRPr lang="en-US" altLang="ko-KR" dirty="0"/>
          </a:p>
          <a:p>
            <a:r>
              <a:rPr lang="ko-KR" altLang="en-US" dirty="0"/>
              <a:t>같은 성장 능력치이지만 누가 더 빨리</a:t>
            </a:r>
            <a:r>
              <a:rPr lang="en-US" altLang="ko-KR" dirty="0"/>
              <a:t>/</a:t>
            </a:r>
            <a:r>
              <a:rPr lang="ko-KR" altLang="en-US" dirty="0"/>
              <a:t>느리게 성장하거나</a:t>
            </a:r>
          </a:p>
        </p:txBody>
      </p:sp>
    </p:spTree>
    <p:extLst>
      <p:ext uri="{BB962C8B-B14F-4D97-AF65-F5344CB8AC3E}">
        <p14:creationId xmlns:p14="http://schemas.microsoft.com/office/powerpoint/2010/main" val="2102388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BC9C9-CDEA-4B53-8873-A008BDDC7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DC948-536A-3AC4-3FE9-D54245898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판타지 세계관에서 아무도 못 여는 자물쇠가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도적만 열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실제로는 열쇠를 따로 구할 수 있게 구현한다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그러면 도적의 차별점은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 err="1"/>
              <a:t>민첩해진다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도적이 필요한 이유 </a:t>
            </a:r>
            <a:r>
              <a:rPr lang="en-US" altLang="ko-KR" dirty="0"/>
              <a:t>: </a:t>
            </a:r>
            <a:r>
              <a:rPr lang="ko-KR" altLang="en-US" dirty="0"/>
              <a:t>자물쇠를 잘 연다</a:t>
            </a:r>
            <a:r>
              <a:rPr lang="en-US" altLang="ko-KR" dirty="0"/>
              <a:t>. </a:t>
            </a:r>
            <a:r>
              <a:rPr lang="ko-KR" altLang="en-US" dirty="0"/>
              <a:t>함정</a:t>
            </a:r>
            <a:r>
              <a:rPr lang="en-US" altLang="ko-KR" dirty="0"/>
              <a:t>(</a:t>
            </a:r>
            <a:r>
              <a:rPr lang="ko-KR" altLang="en-US" dirty="0"/>
              <a:t>트랩</a:t>
            </a:r>
            <a:r>
              <a:rPr lang="en-US" altLang="ko-KR" dirty="0"/>
              <a:t>)</a:t>
            </a:r>
            <a:r>
              <a:rPr lang="ko-KR" altLang="en-US" dirty="0"/>
              <a:t>을 잘 회피한다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 판타지 세계에 도적에게 스킬을 주지 않아서</a:t>
            </a:r>
            <a:r>
              <a:rPr lang="en-US" altLang="ko-KR" dirty="0"/>
              <a:t>, </a:t>
            </a:r>
            <a:r>
              <a:rPr lang="ko-KR" altLang="en-US" dirty="0"/>
              <a:t>도적에게 메리트가 없게 만들었다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그래서 한국 판타지 게임에서 도적이 점차 사라지게 된 것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어쌔신</a:t>
            </a:r>
            <a:r>
              <a:rPr lang="en-US" altLang="ko-KR" dirty="0"/>
              <a:t>/</a:t>
            </a:r>
            <a:r>
              <a:rPr lang="ko-KR" altLang="en-US" dirty="0"/>
              <a:t>암살자와 도적은 근본부터 다르다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ko-KR" altLang="en-US" dirty="0"/>
              <a:t>도적을 </a:t>
            </a:r>
            <a:r>
              <a:rPr lang="ko-KR" altLang="en-US" dirty="0" err="1"/>
              <a:t>만드려면</a:t>
            </a:r>
            <a:r>
              <a:rPr lang="ko-KR" altLang="en-US" dirty="0"/>
              <a:t> 기술을 줘야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기술을 주느냐</a:t>
            </a:r>
            <a:r>
              <a:rPr lang="en-US" altLang="ko-KR" dirty="0"/>
              <a:t>/</a:t>
            </a:r>
            <a:r>
              <a:rPr lang="ko-KR" altLang="en-US" dirty="0"/>
              <a:t>주지 </a:t>
            </a:r>
            <a:r>
              <a:rPr lang="ko-KR" altLang="en-US" dirty="0" err="1"/>
              <a:t>않느냐에</a:t>
            </a:r>
            <a:r>
              <a:rPr lang="ko-KR" altLang="en-US" dirty="0"/>
              <a:t> 따라 클래스의 구분이 </a:t>
            </a:r>
            <a:r>
              <a:rPr lang="ko-KR" altLang="en-US" dirty="0" err="1"/>
              <a:t>명확해진다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4513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D8140-550F-FEC7-2FA8-20154744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애니메이션에서 </a:t>
            </a:r>
            <a:r>
              <a:rPr lang="en-US" altLang="ko-KR" dirty="0"/>
              <a:t>‘</a:t>
            </a:r>
            <a:r>
              <a:rPr lang="ko-KR" altLang="en-US" dirty="0"/>
              <a:t>광대</a:t>
            </a:r>
            <a:r>
              <a:rPr lang="en-US" altLang="ko-KR" dirty="0"/>
              <a:t>’</a:t>
            </a:r>
            <a:r>
              <a:rPr lang="ko-KR" altLang="en-US" dirty="0"/>
              <a:t>라는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DC3A13-E3FE-B0B7-9E90-91B68A741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dirty="0"/>
              <a:t>기술을 줬다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광대가 가질 수 있는 기술</a:t>
            </a:r>
            <a:endParaRPr lang="en-US" altLang="ko-KR" dirty="0"/>
          </a:p>
          <a:p>
            <a:pPr lvl="1"/>
            <a:r>
              <a:rPr lang="ko-KR" altLang="en-US" dirty="0"/>
              <a:t>광대가 가질 수 있는 양의 차이</a:t>
            </a:r>
            <a:endParaRPr lang="en-US" altLang="ko-KR" dirty="0"/>
          </a:p>
          <a:p>
            <a:pPr lvl="1"/>
            <a:r>
              <a:rPr lang="ko-KR" altLang="en-US" dirty="0"/>
              <a:t>행운 </a:t>
            </a:r>
            <a:r>
              <a:rPr lang="en-US" altLang="ko-KR" dirty="0"/>
              <a:t>/ </a:t>
            </a:r>
            <a:r>
              <a:rPr lang="ko-KR" altLang="en-US" dirty="0"/>
              <a:t>불운 </a:t>
            </a:r>
            <a:r>
              <a:rPr lang="en-US" altLang="ko-KR" dirty="0"/>
              <a:t>– </a:t>
            </a:r>
            <a:r>
              <a:rPr lang="ko-KR" altLang="en-US" dirty="0"/>
              <a:t>찔렀을 때 주사위가 굴려지고</a:t>
            </a:r>
            <a:r>
              <a:rPr lang="en-US" altLang="ko-KR" dirty="0"/>
              <a:t>, </a:t>
            </a:r>
            <a:r>
              <a:rPr lang="ko-KR" altLang="en-US" dirty="0"/>
              <a:t>주사위가 </a:t>
            </a:r>
            <a:r>
              <a:rPr lang="en-US" altLang="ko-KR" dirty="0"/>
              <a:t>1</a:t>
            </a:r>
            <a:r>
              <a:rPr lang="ko-KR" altLang="en-US" dirty="0"/>
              <a:t>이 나오면 </a:t>
            </a:r>
            <a:r>
              <a:rPr lang="en-US" altLang="ko-KR" dirty="0"/>
              <a:t>MISS, 6</a:t>
            </a:r>
            <a:r>
              <a:rPr lang="ko-KR" altLang="en-US" dirty="0"/>
              <a:t>이 나오면 현재 캐릭터에서 상상도 못하는 데미지가 </a:t>
            </a:r>
            <a:r>
              <a:rPr lang="ko-KR" altLang="en-US" dirty="0" err="1"/>
              <a:t>들어감</a:t>
            </a:r>
            <a:r>
              <a:rPr lang="en-US" altLang="ko-KR" dirty="0"/>
              <a:t>. </a:t>
            </a:r>
            <a:r>
              <a:rPr lang="ko-KR" altLang="en-US" dirty="0"/>
              <a:t>크리티컬을 넘어서서</a:t>
            </a:r>
            <a:r>
              <a:rPr lang="en-US" altLang="ko-KR" dirty="0"/>
              <a:t>, </a:t>
            </a:r>
            <a:r>
              <a:rPr lang="ko-KR" altLang="en-US" dirty="0"/>
              <a:t>즉사까지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행운과 불운을 동시에 가지고 있는 클래스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Drop</a:t>
            </a:r>
            <a:r>
              <a:rPr lang="ko-KR" altLang="en-US" dirty="0"/>
              <a:t>까지 건든다</a:t>
            </a:r>
            <a:r>
              <a:rPr lang="en-US" altLang="ko-KR" dirty="0"/>
              <a:t>. – </a:t>
            </a:r>
            <a:r>
              <a:rPr lang="ko-KR" altLang="en-US" dirty="0"/>
              <a:t>게임이 아니라 애니라서 </a:t>
            </a:r>
            <a:r>
              <a:rPr lang="ko-KR" altLang="en-US" dirty="0" err="1"/>
              <a:t>가능했던지도</a:t>
            </a:r>
            <a:r>
              <a:rPr lang="en-US" altLang="ko-KR" dirty="0"/>
              <a:t>? </a:t>
            </a:r>
            <a:r>
              <a:rPr lang="ko-KR" altLang="en-US" dirty="0"/>
              <a:t>게임도 물론 가능할 거다</a:t>
            </a:r>
            <a:r>
              <a:rPr lang="en-US" altLang="ko-KR" dirty="0"/>
              <a:t>!</a:t>
            </a:r>
          </a:p>
          <a:p>
            <a:pPr lvl="1"/>
            <a:r>
              <a:rPr lang="ko-KR" altLang="en-US" dirty="0"/>
              <a:t>매우 좋은 아이템을 </a:t>
            </a:r>
            <a:r>
              <a:rPr lang="ko-KR" altLang="en-US" dirty="0" err="1"/>
              <a:t>드랍할</a:t>
            </a:r>
            <a:r>
              <a:rPr lang="ko-KR" altLang="en-US" dirty="0"/>
              <a:t> 확률이 다른 클래스에 비해 높아질 수 있어서</a:t>
            </a:r>
            <a:r>
              <a:rPr lang="en-US" altLang="ko-KR" dirty="0"/>
              <a:t>, </a:t>
            </a:r>
            <a:r>
              <a:rPr lang="ko-KR" altLang="en-US" dirty="0"/>
              <a:t>애니 상에서 플레이어들은 여기에 엄청나게 많은 인생의 시간</a:t>
            </a:r>
            <a:r>
              <a:rPr lang="en-US" altLang="ko-KR" dirty="0"/>
              <a:t>(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노력</a:t>
            </a:r>
            <a:r>
              <a:rPr lang="en-US" altLang="ko-KR" dirty="0"/>
              <a:t>, </a:t>
            </a:r>
            <a:r>
              <a:rPr lang="ko-KR" altLang="en-US" dirty="0"/>
              <a:t>현질</a:t>
            </a:r>
            <a:r>
              <a:rPr lang="en-US" altLang="ko-KR" dirty="0"/>
              <a:t>)</a:t>
            </a:r>
            <a:r>
              <a:rPr lang="ko-KR" altLang="en-US" dirty="0"/>
              <a:t>을 들인다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3251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38B8A7E-77C2-35F8-077B-ECA0708F9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9152"/>
            <a:ext cx="12192000" cy="399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A35A3-46E6-23C5-4DC5-C31238B5E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C1DB59-C96B-6356-5637-444DDFCBF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인생이 힘들면 사람들이 게임에 시간을 많이 쓰지 않는다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게임이 재밌고</a:t>
            </a:r>
            <a:r>
              <a:rPr lang="en-US" altLang="ko-KR" dirty="0"/>
              <a:t>, </a:t>
            </a:r>
            <a:r>
              <a:rPr lang="ko-KR" altLang="en-US" dirty="0" err="1"/>
              <a:t>백번</a:t>
            </a:r>
            <a:r>
              <a:rPr lang="ko-KR" altLang="en-US" dirty="0"/>
              <a:t> </a:t>
            </a:r>
            <a:r>
              <a:rPr lang="ko-KR" altLang="en-US" dirty="0" err="1"/>
              <a:t>천번</a:t>
            </a:r>
            <a:r>
              <a:rPr lang="ko-KR" altLang="en-US" dirty="0"/>
              <a:t> 도전해서 좋은 아이템을 얻을 수 있어도</a:t>
            </a:r>
            <a:r>
              <a:rPr lang="en-US" altLang="ko-KR" dirty="0"/>
              <a:t>, </a:t>
            </a:r>
            <a:r>
              <a:rPr lang="ko-KR" altLang="en-US" dirty="0"/>
              <a:t>인생이 힘들면 게임을 하지 않는다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돈의 소비도 마찬가지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광대라는 클래스에 중요한 요소로 </a:t>
            </a:r>
            <a:r>
              <a:rPr lang="en-US" altLang="ko-KR" dirty="0"/>
              <a:t>‘</a:t>
            </a:r>
            <a:r>
              <a:rPr lang="ko-KR" altLang="en-US" dirty="0"/>
              <a:t>시간</a:t>
            </a:r>
            <a:r>
              <a:rPr lang="en-US" altLang="ko-KR" dirty="0"/>
              <a:t>‘</a:t>
            </a:r>
            <a:r>
              <a:rPr lang="ko-KR" altLang="en-US" dirty="0"/>
              <a:t>을 다룰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다른 클래스로 플레이하면 </a:t>
            </a:r>
            <a:r>
              <a:rPr lang="ko-KR" altLang="en-US" dirty="0" err="1"/>
              <a:t>하루종일</a:t>
            </a:r>
            <a:r>
              <a:rPr lang="ko-KR" altLang="en-US" dirty="0"/>
              <a:t> 걸리는 걸</a:t>
            </a:r>
            <a:r>
              <a:rPr lang="en-US" altLang="ko-KR" dirty="0"/>
              <a:t>, </a:t>
            </a:r>
            <a:r>
              <a:rPr lang="ko-KR" altLang="en-US" dirty="0"/>
              <a:t>광대 클래스로는 한 시간만에 끝낼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4433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A0F93-8D94-9310-4372-2A6AE901F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광대 클래스의 </a:t>
            </a:r>
            <a:r>
              <a:rPr lang="en-US" altLang="ko-KR" dirty="0"/>
              <a:t>‘</a:t>
            </a:r>
            <a:r>
              <a:rPr lang="ko-KR" altLang="en-US" dirty="0"/>
              <a:t>시간</a:t>
            </a:r>
            <a:r>
              <a:rPr lang="en-US" altLang="ko-KR" dirty="0"/>
              <a:t>’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44C41E-8CB4-0543-B70E-CD6B11CB6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광대 클래스로는 시간을 매우 단축할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 그 시간의 가치를 돈으로 환산해주지 않는다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‘</a:t>
            </a:r>
            <a:r>
              <a:rPr lang="ko-KR" altLang="en-US" dirty="0"/>
              <a:t>불운</a:t>
            </a:r>
            <a:r>
              <a:rPr lang="en-US" altLang="ko-KR" dirty="0"/>
              <a:t>’</a:t>
            </a:r>
            <a:r>
              <a:rPr lang="ko-KR" altLang="en-US" dirty="0"/>
              <a:t>이라는 요소도 함께 가지고 있기 때문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0747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CBB0A-5052-AFF2-DBDF-D3444277E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광대의 포지션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C9B685-D13E-B5E9-47BB-06B073649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근거리</a:t>
            </a:r>
            <a:r>
              <a:rPr lang="en-US" altLang="ko-KR" dirty="0"/>
              <a:t>/</a:t>
            </a:r>
            <a:r>
              <a:rPr lang="ko-KR" altLang="en-US" dirty="0"/>
              <a:t>중거리</a:t>
            </a:r>
            <a:r>
              <a:rPr lang="en-US" altLang="ko-KR" dirty="0"/>
              <a:t>/</a:t>
            </a:r>
            <a:r>
              <a:rPr lang="ko-KR" altLang="en-US" dirty="0"/>
              <a:t>원거리 어느 포지션에도 어울린다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애니에서는 근거리로 설정했음 </a:t>
            </a:r>
            <a:r>
              <a:rPr lang="en-US" altLang="ko-KR" dirty="0"/>
              <a:t>but </a:t>
            </a:r>
            <a:r>
              <a:rPr lang="ko-KR" altLang="en-US" dirty="0"/>
              <a:t>다른 </a:t>
            </a:r>
            <a:r>
              <a:rPr lang="ko-KR" altLang="en-US" dirty="0" err="1"/>
              <a:t>포지션들에도</a:t>
            </a:r>
            <a:r>
              <a:rPr lang="ko-KR" altLang="en-US" dirty="0"/>
              <a:t> 충분히 가능하다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인형술사</a:t>
            </a:r>
            <a:r>
              <a:rPr lang="en-US" altLang="ko-KR" dirty="0"/>
              <a:t>/</a:t>
            </a:r>
            <a:r>
              <a:rPr lang="ko-KR" altLang="en-US" dirty="0"/>
              <a:t>마법사</a:t>
            </a:r>
            <a:r>
              <a:rPr lang="en-US" altLang="ko-KR" dirty="0"/>
              <a:t>/</a:t>
            </a:r>
            <a:r>
              <a:rPr lang="ko-KR" altLang="en-US" dirty="0"/>
              <a:t>저주술사 등의 느낌으로 가도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4784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A6AFA-E116-176A-925A-7D025576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수도승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7646F0-3E75-13C8-C978-0A4F8A28E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분명히 </a:t>
            </a:r>
            <a:r>
              <a:rPr lang="en-US" altLang="ko-KR" dirty="0"/>
              <a:t>‘</a:t>
            </a:r>
            <a:r>
              <a:rPr lang="ko-KR" altLang="en-US" dirty="0"/>
              <a:t>사제</a:t>
            </a:r>
            <a:r>
              <a:rPr lang="en-US" altLang="ko-KR" dirty="0"/>
              <a:t>‘</a:t>
            </a:r>
            <a:r>
              <a:rPr lang="ko-KR" altLang="en-US" dirty="0"/>
              <a:t>인데</a:t>
            </a:r>
            <a:r>
              <a:rPr lang="en-US" altLang="ko-KR" dirty="0"/>
              <a:t>, </a:t>
            </a:r>
            <a:r>
              <a:rPr lang="ko-KR" altLang="en-US" dirty="0"/>
              <a:t>체력</a:t>
            </a:r>
            <a:r>
              <a:rPr lang="en-US" altLang="ko-KR" dirty="0"/>
              <a:t>, </a:t>
            </a:r>
            <a:r>
              <a:rPr lang="ko-KR" altLang="en-US" dirty="0"/>
              <a:t>정신력이 뛰어나다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동양에서는 스님이라는 클래스라고 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클래스들은 날카로운 무기가 아닌</a:t>
            </a:r>
            <a:r>
              <a:rPr lang="en-US" altLang="ko-KR" dirty="0"/>
              <a:t>, </a:t>
            </a:r>
            <a:r>
              <a:rPr lang="ko-KR" altLang="en-US" dirty="0"/>
              <a:t>둔탁하면서 무거운 무기를 사용한다</a:t>
            </a:r>
            <a:r>
              <a:rPr lang="en-US" altLang="ko-KR" dirty="0"/>
              <a:t>. </a:t>
            </a:r>
            <a:r>
              <a:rPr lang="ko-KR" altLang="en-US" dirty="0"/>
              <a:t>쇠막대</a:t>
            </a:r>
            <a:r>
              <a:rPr lang="en-US" altLang="ko-KR" dirty="0"/>
              <a:t>, </a:t>
            </a:r>
            <a:r>
              <a:rPr lang="ko-KR" altLang="en-US" dirty="0" err="1"/>
              <a:t>망치같은</a:t>
            </a:r>
            <a:r>
              <a:rPr lang="ko-KR" altLang="en-US" dirty="0"/>
              <a:t> 느낌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542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0AE44-B0C5-C377-F444-679BCE278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수도승</a:t>
            </a:r>
            <a:r>
              <a:rPr lang="en-US" altLang="ko-KR" dirty="0"/>
              <a:t>/</a:t>
            </a:r>
            <a:r>
              <a:rPr lang="ko-KR" altLang="en-US" dirty="0"/>
              <a:t>스님 계열들은 고민을 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835DD2-6BCD-90D2-5CAB-67620271F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동양에서는 맨몸이 강철보다 </a:t>
            </a:r>
            <a:r>
              <a:rPr lang="ko-KR" altLang="en-US" dirty="0" err="1"/>
              <a:t>단단해지는</a:t>
            </a:r>
            <a:r>
              <a:rPr lang="ko-KR" altLang="en-US" dirty="0"/>
              <a:t> 스킬을 자연스럽게 받아들이지만</a:t>
            </a:r>
            <a:r>
              <a:rPr lang="en-US" altLang="ko-KR" dirty="0"/>
              <a:t>, </a:t>
            </a:r>
            <a:r>
              <a:rPr lang="ko-KR" altLang="en-US" dirty="0"/>
              <a:t>서양에서는 방패가 있어야 한다는 느낌</a:t>
            </a:r>
            <a:endParaRPr lang="en-US" altLang="ko-KR" dirty="0"/>
          </a:p>
          <a:p>
            <a:r>
              <a:rPr lang="ko-KR" altLang="en-US" dirty="0"/>
              <a:t>근력이 뛰어나서 무거운 걸 들 수 있는데</a:t>
            </a:r>
            <a:r>
              <a:rPr lang="en-US" altLang="ko-KR" dirty="0"/>
              <a:t>, </a:t>
            </a:r>
            <a:r>
              <a:rPr lang="ko-KR" altLang="en-US" dirty="0"/>
              <a:t>정작 입고 다니는 옷은 천 옷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이들은 검소하고 금욕적인 캐릭터이므로</a:t>
            </a:r>
            <a:r>
              <a:rPr lang="en-US" altLang="ko-KR" dirty="0"/>
              <a:t>, </a:t>
            </a:r>
            <a:r>
              <a:rPr lang="ko-KR" altLang="en-US" dirty="0"/>
              <a:t>외형적인 성장이 애매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플레이에서 재미를 느낄 수 있는 큰 재미 중 하나가 아바타의 내외적인 성장인데</a:t>
            </a:r>
            <a:r>
              <a:rPr lang="en-US" altLang="ko-KR" dirty="0"/>
              <a:t>, </a:t>
            </a:r>
            <a:r>
              <a:rPr lang="ko-KR" altLang="en-US" dirty="0"/>
              <a:t>그 재미가 많이 부족해서 점점 이 클래스들이 도태되는 것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아이템의 수치로서</a:t>
            </a:r>
            <a:r>
              <a:rPr lang="en-US" altLang="ko-KR" dirty="0"/>
              <a:t>/</a:t>
            </a:r>
            <a:r>
              <a:rPr lang="ko-KR" altLang="en-US" dirty="0"/>
              <a:t>스킬을 내재해서 성장시킴</a:t>
            </a:r>
            <a:endParaRPr lang="en-US" altLang="ko-KR" dirty="0"/>
          </a:p>
          <a:p>
            <a:pPr lvl="1"/>
            <a:r>
              <a:rPr lang="en-US" altLang="ko-KR" dirty="0"/>
              <a:t>But </a:t>
            </a:r>
            <a:r>
              <a:rPr lang="ko-KR" altLang="en-US" dirty="0"/>
              <a:t>이게</a:t>
            </a:r>
            <a:r>
              <a:rPr lang="en-US" altLang="ko-KR" dirty="0"/>
              <a:t> </a:t>
            </a:r>
            <a:r>
              <a:rPr lang="ko-KR" altLang="en-US" dirty="0"/>
              <a:t>생각만큼 잘 안 먹힘</a:t>
            </a:r>
            <a:endParaRPr lang="en-US" altLang="ko-KR" dirty="0"/>
          </a:p>
          <a:p>
            <a:pPr lvl="1"/>
            <a:r>
              <a:rPr lang="ko-KR" altLang="en-US" dirty="0"/>
              <a:t>그래서 </a:t>
            </a:r>
            <a:r>
              <a:rPr lang="ko-KR" altLang="en-US" dirty="0" err="1"/>
              <a:t>메인이</a:t>
            </a:r>
            <a:r>
              <a:rPr lang="ko-KR" altLang="en-US" dirty="0"/>
              <a:t> 아닌 서브 캐릭터로 하는 느낌</a:t>
            </a:r>
            <a:endParaRPr lang="en-US" altLang="ko-KR" dirty="0"/>
          </a:p>
          <a:p>
            <a:pPr lvl="1"/>
            <a:r>
              <a:rPr lang="ko-KR" altLang="en-US" dirty="0"/>
              <a:t>성장에 대한 체감이 약해서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0149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A8C34-5D08-E18F-36F8-4B47BE66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콘솔과 </a:t>
            </a:r>
            <a:r>
              <a:rPr lang="en-US" altLang="ko-KR" dirty="0"/>
              <a:t>PC </a:t>
            </a:r>
            <a:r>
              <a:rPr lang="ko-KR" altLang="en-US" dirty="0"/>
              <a:t>게임의 차이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9EDC4E-17FA-9A7A-5BD7-A74E5FFB1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콘솔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15</a:t>
            </a:r>
            <a:r>
              <a:rPr lang="ko-KR" altLang="en-US" dirty="0"/>
              <a:t> </a:t>
            </a:r>
            <a:r>
              <a:rPr lang="en-US" altLang="ko-KR" dirty="0"/>
              <a:t>~</a:t>
            </a:r>
            <a:r>
              <a:rPr lang="ko-KR" altLang="en-US" dirty="0"/>
              <a:t> </a:t>
            </a:r>
            <a:r>
              <a:rPr lang="en-US" altLang="ko-KR" dirty="0"/>
              <a:t>40 </a:t>
            </a:r>
            <a:r>
              <a:rPr lang="ko-KR" altLang="en-US" dirty="0"/>
              <a:t>시간</a:t>
            </a:r>
            <a:endParaRPr lang="en-US" altLang="ko-KR" dirty="0"/>
          </a:p>
          <a:p>
            <a:r>
              <a:rPr lang="ko-KR" altLang="en-US" dirty="0"/>
              <a:t>슈퍼맨처럼 혼자 다 할 수 있게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[PC]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일 </a:t>
            </a:r>
            <a:r>
              <a:rPr lang="en-US" altLang="ko-KR" dirty="0"/>
              <a:t>4</a:t>
            </a:r>
            <a:r>
              <a:rPr lang="ko-KR" altLang="en-US" dirty="0"/>
              <a:t>시간 </a:t>
            </a:r>
            <a:r>
              <a:rPr lang="en-US" altLang="ko-KR" dirty="0"/>
              <a:t>=&gt; </a:t>
            </a:r>
            <a:r>
              <a:rPr lang="ko-KR" altLang="en-US" dirty="0"/>
              <a:t>최소 </a:t>
            </a:r>
            <a:r>
              <a:rPr lang="en-US" altLang="ko-KR" dirty="0"/>
              <a:t>6</a:t>
            </a:r>
            <a:r>
              <a:rPr lang="ko-KR" altLang="en-US" dirty="0"/>
              <a:t>개월</a:t>
            </a:r>
            <a:r>
              <a:rPr lang="en-US" altLang="ko-KR" dirty="0"/>
              <a:t>. 180</a:t>
            </a:r>
            <a:r>
              <a:rPr lang="ko-KR" altLang="en-US" dirty="0"/>
              <a:t>일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720</a:t>
            </a:r>
            <a:r>
              <a:rPr lang="ko-KR" altLang="en-US" dirty="0"/>
              <a:t>시간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혼자 다 할 수 있지 </a:t>
            </a:r>
            <a:r>
              <a:rPr lang="en-US" altLang="ko-KR" dirty="0"/>
              <a:t>x.</a:t>
            </a:r>
          </a:p>
          <a:p>
            <a:endParaRPr lang="en-US" altLang="ko-KR" dirty="0"/>
          </a:p>
          <a:p>
            <a:r>
              <a:rPr lang="ko-KR" altLang="en-US" dirty="0"/>
              <a:t>콘솔과 </a:t>
            </a:r>
            <a:r>
              <a:rPr lang="en-US" altLang="ko-KR" dirty="0"/>
              <a:t>PC</a:t>
            </a:r>
            <a:r>
              <a:rPr lang="ko-KR" altLang="en-US" dirty="0"/>
              <a:t>는 똑같은 것 같지만</a:t>
            </a:r>
            <a:r>
              <a:rPr lang="en-US" altLang="ko-KR" dirty="0"/>
              <a:t>, </a:t>
            </a:r>
            <a:r>
              <a:rPr lang="ko-KR" altLang="en-US" dirty="0"/>
              <a:t>다르게 클래스를 만들게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외형적인 </a:t>
            </a:r>
            <a:r>
              <a:rPr lang="ko-KR" altLang="en-US" dirty="0" err="1"/>
              <a:t>변화없이</a:t>
            </a:r>
            <a:r>
              <a:rPr lang="ko-KR" altLang="en-US" dirty="0"/>
              <a:t> 이 시간을 채우기는 매우 어렵다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3742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DD605-26DD-65AD-F11B-8AD4E232E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콘솔게임의 확장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9CD3F6-AC45-0908-6E6E-31592BC8B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Network, online</a:t>
            </a:r>
            <a:r>
              <a:rPr lang="ko-KR" altLang="en-US" dirty="0"/>
              <a:t>으로 결국 확장하는 게임들이 많다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콘솔로 먼저 출시해서 패키지로 판매하다가</a:t>
            </a:r>
            <a:r>
              <a:rPr lang="en-US" altLang="ko-KR" dirty="0"/>
              <a:t>, </a:t>
            </a:r>
            <a:r>
              <a:rPr lang="ko-KR" altLang="en-US" dirty="0"/>
              <a:t>온라인으로 확장하는 방식이 돈을 가장 많이 벌 수 있는 방법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4741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30869C-5771-5AE5-0892-407199E8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매니아층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07157D-16E9-8692-0DE9-F027C9174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온라인이 발전하면서</a:t>
            </a:r>
            <a:r>
              <a:rPr lang="en-US" altLang="ko-KR" dirty="0"/>
              <a:t>, </a:t>
            </a:r>
            <a:r>
              <a:rPr lang="ko-KR" altLang="en-US" dirty="0" err="1"/>
              <a:t>매니아층이</a:t>
            </a:r>
            <a:r>
              <a:rPr lang="ko-KR" altLang="en-US" dirty="0"/>
              <a:t> 두꺼워졌다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옛날에는 </a:t>
            </a:r>
            <a:r>
              <a:rPr lang="ko-KR" altLang="en-US" dirty="0" err="1"/>
              <a:t>매니아층이</a:t>
            </a:r>
            <a:r>
              <a:rPr lang="ko-KR" altLang="en-US" dirty="0"/>
              <a:t> 작아서 버릴 수 있었으나</a:t>
            </a:r>
            <a:r>
              <a:rPr lang="en-US" altLang="ko-KR" dirty="0"/>
              <a:t>, </a:t>
            </a:r>
            <a:r>
              <a:rPr lang="ko-KR" altLang="en-US" dirty="0"/>
              <a:t>이제는 버릴 수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클래스가 </a:t>
            </a:r>
            <a:r>
              <a:rPr lang="en-US" altLang="ko-KR" dirty="0"/>
              <a:t>‘</a:t>
            </a:r>
            <a:r>
              <a:rPr lang="ko-KR" altLang="en-US" dirty="0"/>
              <a:t>독특하다</a:t>
            </a:r>
            <a:r>
              <a:rPr lang="en-US" altLang="ko-KR" dirty="0"/>
              <a:t>‘</a:t>
            </a:r>
            <a:r>
              <a:rPr lang="ko-KR" altLang="en-US" dirty="0"/>
              <a:t>는 게 </a:t>
            </a:r>
            <a:r>
              <a:rPr lang="ko-KR" altLang="en-US" dirty="0" err="1"/>
              <a:t>중요해졌다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이제는 어떤 클래스가 나와도</a:t>
            </a:r>
            <a:r>
              <a:rPr lang="en-US" altLang="ko-KR" dirty="0"/>
              <a:t>, </a:t>
            </a:r>
            <a:r>
              <a:rPr lang="ko-KR" altLang="en-US" dirty="0"/>
              <a:t>모든 클래스에 대응해야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클래스를 만드는 규칙이 </a:t>
            </a:r>
            <a:r>
              <a:rPr lang="ko-KR" altLang="en-US" dirty="0" err="1"/>
              <a:t>중요해졌다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내가 생각했을 때 굉장히 독특한 클래스를 하나 고민해보자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8492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21EAA5C-1ACD-2D40-2A29-6A6FE4B2A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42" y="209526"/>
            <a:ext cx="9086916" cy="643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55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E0164-1AD3-B002-A261-5CE44FA7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내가 만들어보는 독특한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B166E8-8085-CB83-3B41-049A1933C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8164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70E62-00E2-F4E4-9883-D30FE889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Environment - World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3A4326-5BC4-B77F-3B61-3B28D65A7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플레이의 작용 요소의 주체인 </a:t>
            </a:r>
            <a:r>
              <a:rPr lang="en-US" altLang="ko-KR" dirty="0"/>
              <a:t>‘</a:t>
            </a:r>
            <a:r>
              <a:rPr lang="ko-KR" altLang="en-US" dirty="0"/>
              <a:t>주인공</a:t>
            </a:r>
            <a:r>
              <a:rPr lang="en-US" altLang="ko-KR" dirty="0"/>
              <a:t>‘</a:t>
            </a:r>
          </a:p>
          <a:p>
            <a:pPr lvl="1"/>
            <a:r>
              <a:rPr lang="ko-KR" altLang="en-US" dirty="0"/>
              <a:t>월드에 없던 능력을 가지거나</a:t>
            </a:r>
            <a:r>
              <a:rPr lang="en-US" altLang="ko-KR" dirty="0"/>
              <a:t>, </a:t>
            </a:r>
            <a:r>
              <a:rPr lang="ko-KR" altLang="en-US" dirty="0"/>
              <a:t>잊혀졌던 주인공이 세상을 구하는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‘</a:t>
            </a:r>
            <a:r>
              <a:rPr lang="ko-KR" altLang="en-US" dirty="0"/>
              <a:t>악당</a:t>
            </a:r>
            <a:r>
              <a:rPr lang="en-US" altLang="ko-KR" dirty="0"/>
              <a:t>’</a:t>
            </a:r>
          </a:p>
          <a:p>
            <a:r>
              <a:rPr lang="en-US" altLang="ko-KR" dirty="0"/>
              <a:t>‘</a:t>
            </a:r>
            <a:r>
              <a:rPr lang="ko-KR" altLang="en-US" dirty="0"/>
              <a:t>목적</a:t>
            </a:r>
            <a:r>
              <a:rPr lang="en-US" altLang="ko-KR" dirty="0"/>
              <a:t>‘</a:t>
            </a:r>
          </a:p>
          <a:p>
            <a:endParaRPr lang="en-US" altLang="ko-KR" dirty="0"/>
          </a:p>
          <a:p>
            <a:r>
              <a:rPr lang="ko-KR" altLang="en-US" dirty="0"/>
              <a:t>우리는 주인공이 상실과 결핍을 </a:t>
            </a:r>
            <a:r>
              <a:rPr lang="ko-KR" altLang="en-US" dirty="0" err="1"/>
              <a:t>극복해나가는</a:t>
            </a:r>
            <a:r>
              <a:rPr lang="ko-KR" altLang="en-US" dirty="0"/>
              <a:t> 데서 재미를 느끼기도 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9153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0470B-6B04-155D-3A90-5BE0CE1B5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Rule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6762CF-4651-8B4B-47D7-FC9BE6F99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세상이 만들어지는 규칙</a:t>
            </a:r>
            <a:endParaRPr lang="en-US" altLang="ko-KR" dirty="0"/>
          </a:p>
          <a:p>
            <a:r>
              <a:rPr lang="ko-KR" altLang="en-US" dirty="0"/>
              <a:t>전사는</a:t>
            </a:r>
            <a:r>
              <a:rPr lang="en-US" altLang="ko-KR" dirty="0"/>
              <a:t> </a:t>
            </a:r>
            <a:r>
              <a:rPr lang="ko-KR" altLang="en-US" dirty="0"/>
              <a:t>어떠해야 하고</a:t>
            </a:r>
            <a:r>
              <a:rPr lang="en-US" altLang="ko-KR" dirty="0"/>
              <a:t>, </a:t>
            </a:r>
            <a:r>
              <a:rPr lang="ko-KR" altLang="en-US" dirty="0"/>
              <a:t>마법사는 </a:t>
            </a:r>
            <a:r>
              <a:rPr lang="ko-KR" altLang="en-US" dirty="0" err="1"/>
              <a:t>어떠어떠해야</a:t>
            </a:r>
            <a:r>
              <a:rPr lang="ko-KR" altLang="en-US" dirty="0"/>
              <a:t>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규칙이 섞여버리면 굉장히 힘들어진다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마법사가 전사가 될 수 있다고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그러나 섞여야 할 때가 있다</a:t>
            </a:r>
            <a:r>
              <a:rPr lang="en-US" altLang="ko-KR" dirty="0"/>
              <a:t>. =&gt; </a:t>
            </a:r>
            <a:r>
              <a:rPr lang="ko-KR" altLang="en-US" dirty="0"/>
              <a:t>바로 </a:t>
            </a:r>
            <a:r>
              <a:rPr lang="en-US" altLang="ko-KR" dirty="0"/>
              <a:t>‘</a:t>
            </a:r>
            <a:r>
              <a:rPr lang="ko-KR" altLang="en-US" dirty="0"/>
              <a:t>악당</a:t>
            </a:r>
            <a:r>
              <a:rPr lang="en-US" altLang="ko-KR" dirty="0"/>
              <a:t>‘!</a:t>
            </a:r>
          </a:p>
          <a:p>
            <a:pPr lvl="1"/>
            <a:r>
              <a:rPr lang="ko-KR" altLang="en-US" dirty="0"/>
              <a:t>악당은 전사인데 마법을 쓰고 힐을 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1635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55F2F-7525-5C58-75E0-17976847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주인공에게 줄 수 있는 능력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A5DEE6-A91E-3549-4E7A-6096E2526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 err="1"/>
              <a:t>스테이터스</a:t>
            </a:r>
            <a:r>
              <a:rPr lang="ko-KR" altLang="en-US" dirty="0"/>
              <a:t> </a:t>
            </a:r>
            <a:r>
              <a:rPr lang="en-US" altLang="ko-KR" dirty="0"/>
              <a:t>STATUS</a:t>
            </a:r>
          </a:p>
          <a:p>
            <a:r>
              <a:rPr lang="ko-KR" altLang="en-US" dirty="0"/>
              <a:t>능력과 관련된 부분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스킬 </a:t>
            </a:r>
            <a:r>
              <a:rPr lang="en-US" altLang="ko-KR" dirty="0"/>
              <a:t>SKILL</a:t>
            </a:r>
          </a:p>
          <a:p>
            <a:r>
              <a:rPr lang="ko-KR" altLang="en-US" dirty="0"/>
              <a:t>여기서 말하는 스킬은 </a:t>
            </a:r>
            <a:r>
              <a:rPr lang="en-US" altLang="ko-KR" dirty="0"/>
              <a:t>‘</a:t>
            </a:r>
            <a:r>
              <a:rPr lang="ko-KR" altLang="en-US" dirty="0"/>
              <a:t>메인 플레이</a:t>
            </a:r>
            <a:r>
              <a:rPr lang="en-US" altLang="ko-KR" dirty="0"/>
              <a:t>’</a:t>
            </a:r>
            <a:r>
              <a:rPr lang="ko-KR" altLang="en-US" dirty="0"/>
              <a:t>에 도움되는 스킬을 의미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능력 분포 다각형이 매우 중요하다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능력 분포 다각형 하나만으로도 모든 게 다 보인다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모든 클래스의 능력 분포 다각형을 모두 합쳤을 때 다각형이 꽉 차게 되면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0026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952D7-5499-130E-8988-8BE2FAE6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능력 분포 다각형의 빈 부분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44B09F-5A44-1112-2411-78CBF7982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어떤 클래스는 이 틈</a:t>
            </a:r>
            <a:r>
              <a:rPr lang="en-US" altLang="ko-KR" dirty="0"/>
              <a:t>, </a:t>
            </a:r>
            <a:r>
              <a:rPr lang="ko-KR" altLang="en-US" dirty="0"/>
              <a:t>이 빈 부분을 채울 수 있는 클래스도 만들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틈을 활용해서</a:t>
            </a:r>
            <a:r>
              <a:rPr lang="en-US" altLang="ko-KR" dirty="0"/>
              <a:t>, </a:t>
            </a:r>
            <a:r>
              <a:rPr lang="ko-KR" altLang="en-US" dirty="0"/>
              <a:t>능력을 다양하게 만들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틈을 활용해야만 클리어할 수 있는 보스를 설계하면</a:t>
            </a:r>
            <a:r>
              <a:rPr lang="en-US" altLang="ko-KR" dirty="0"/>
              <a:t>, </a:t>
            </a:r>
            <a:r>
              <a:rPr lang="ko-KR" altLang="en-US" dirty="0"/>
              <a:t>보스의 난이도를 높일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우리는 세상을 구성하는 능력에 대해서 고민해야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주인공이 가진 능력에 대해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악당은 주인공과 비슷한 능력일 수도 있고</a:t>
            </a:r>
            <a:r>
              <a:rPr lang="en-US" altLang="ko-KR" dirty="0"/>
              <a:t>, </a:t>
            </a:r>
            <a:r>
              <a:rPr lang="ko-KR" altLang="en-US" dirty="0"/>
              <a:t>다른 능력일 수도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각각의 요소들이 세상을 만든다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6750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4333E-7B62-3021-D5DF-6AA4F2124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악당이 가지는 요소들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5A3A3E-9551-D02F-7256-10D8F24A9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악당이 가지는 요소들이 </a:t>
            </a:r>
            <a:r>
              <a:rPr lang="en-US" altLang="ko-KR" dirty="0"/>
              <a:t>‘</a:t>
            </a:r>
            <a:r>
              <a:rPr lang="ko-KR" altLang="en-US" dirty="0"/>
              <a:t>갈등</a:t>
            </a:r>
            <a:r>
              <a:rPr lang="en-US" altLang="ko-KR" dirty="0"/>
              <a:t>‘</a:t>
            </a:r>
            <a:r>
              <a:rPr lang="ko-KR" altLang="en-US" dirty="0"/>
              <a:t>을 만들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또한 세상을 구성하는 요소다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Environment</a:t>
            </a:r>
            <a:r>
              <a:rPr lang="ko-KR" altLang="en-US" dirty="0"/>
              <a:t>는 좋고 나쁜 게 함께 </a:t>
            </a:r>
            <a:r>
              <a:rPr lang="ko-KR" altLang="en-US" dirty="0" err="1"/>
              <a:t>섞여있다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악당의 주변 인물에게는 나쁜 요소가 아닐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주인공에게는 나쁜 </a:t>
            </a:r>
            <a:r>
              <a:rPr lang="ko-KR" altLang="en-US" dirty="0" err="1"/>
              <a:t>요소겠지만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악당도 마찬가지로 </a:t>
            </a:r>
            <a:r>
              <a:rPr lang="en-US" altLang="ko-KR" dirty="0"/>
              <a:t>‘</a:t>
            </a:r>
            <a:r>
              <a:rPr lang="ko-KR" altLang="en-US" dirty="0"/>
              <a:t>능력 분포 다각형</a:t>
            </a:r>
            <a:r>
              <a:rPr lang="en-US" altLang="ko-KR" dirty="0"/>
              <a:t>‘</a:t>
            </a:r>
            <a:r>
              <a:rPr lang="ko-KR" altLang="en-US" dirty="0"/>
              <a:t>을 만들어야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0687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BC4E6-7D46-1E54-25E6-2F7241750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악당에게는 있지만</a:t>
            </a:r>
            <a:r>
              <a:rPr lang="en-US" altLang="ko-KR" sz="4000" dirty="0"/>
              <a:t>, </a:t>
            </a:r>
            <a:r>
              <a:rPr lang="ko-KR" altLang="en-US" sz="4000" dirty="0"/>
              <a:t>캐릭터에는 없는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788E4A-B352-84AF-73A5-F7E123DC2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ko-KR" altLang="en-US" dirty="0"/>
              <a:t>캐릭터의 능력 분포 다각형에 없는 요소를</a:t>
            </a:r>
            <a:r>
              <a:rPr lang="en-US" altLang="ko-KR" dirty="0"/>
              <a:t>, </a:t>
            </a:r>
            <a:r>
              <a:rPr lang="ko-KR" altLang="en-US" dirty="0"/>
              <a:t>악당이 가지고 있을 경우</a:t>
            </a:r>
            <a:r>
              <a:rPr lang="en-US" altLang="ko-KR" dirty="0"/>
              <a:t>, </a:t>
            </a:r>
            <a:r>
              <a:rPr lang="ko-KR" altLang="en-US" dirty="0"/>
              <a:t>이를 보스가 주는 </a:t>
            </a:r>
            <a:r>
              <a:rPr lang="en-US" altLang="ko-KR" dirty="0"/>
              <a:t>‘PC</a:t>
            </a:r>
            <a:r>
              <a:rPr lang="ko-KR" altLang="en-US" dirty="0"/>
              <a:t>의 </a:t>
            </a:r>
            <a:r>
              <a:rPr lang="en-US" altLang="ko-KR" dirty="0"/>
              <a:t>SKILL’</a:t>
            </a:r>
            <a:r>
              <a:rPr lang="ko-KR" altLang="en-US" dirty="0"/>
              <a:t>로 캐릭터들은 채울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보스를 공략하면</a:t>
            </a:r>
            <a:r>
              <a:rPr lang="en-US" altLang="ko-KR" dirty="0"/>
              <a:t>, </a:t>
            </a:r>
            <a:r>
              <a:rPr lang="ko-KR" altLang="en-US" dirty="0"/>
              <a:t>보스가 스킬을 주는 것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클래스마다 각각의 전용 스킬을 주는 방법</a:t>
            </a:r>
            <a:endParaRPr lang="en-US" altLang="ko-KR" dirty="0"/>
          </a:p>
          <a:p>
            <a:r>
              <a:rPr lang="ko-KR" altLang="en-US" dirty="0"/>
              <a:t>마법사에게는 </a:t>
            </a:r>
            <a:r>
              <a:rPr lang="en-US" altLang="ko-KR" dirty="0"/>
              <a:t>10</a:t>
            </a:r>
            <a:r>
              <a:rPr lang="ko-KR" altLang="en-US" dirty="0"/>
              <a:t>번</a:t>
            </a:r>
            <a:r>
              <a:rPr lang="en-US" altLang="ko-KR" dirty="0"/>
              <a:t> </a:t>
            </a:r>
            <a:r>
              <a:rPr lang="ko-KR" altLang="en-US" dirty="0"/>
              <a:t>스킬</a:t>
            </a:r>
            <a:r>
              <a:rPr lang="en-US" altLang="ko-KR" dirty="0"/>
              <a:t>, </a:t>
            </a:r>
            <a:r>
              <a:rPr lang="ko-KR" altLang="en-US" dirty="0"/>
              <a:t>전사에게는 </a:t>
            </a:r>
            <a:r>
              <a:rPr lang="en-US" altLang="ko-KR" dirty="0"/>
              <a:t>9</a:t>
            </a:r>
            <a:r>
              <a:rPr lang="ko-KR" altLang="en-US" dirty="0"/>
              <a:t>번 스킬을 주는 것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능력이 약화된 보스를 소환해서 일정 시간 동안 사용하는 능력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보스를 공략한 후에 </a:t>
            </a:r>
            <a:r>
              <a:rPr lang="en-US" altLang="ko-KR" dirty="0"/>
              <a:t>STATUS</a:t>
            </a:r>
            <a:r>
              <a:rPr lang="ko-KR" altLang="en-US" dirty="0"/>
              <a:t>가 해금되는 방법</a:t>
            </a:r>
            <a:endParaRPr lang="en-US" altLang="ko-KR" dirty="0"/>
          </a:p>
          <a:p>
            <a:r>
              <a:rPr lang="ko-KR" altLang="en-US" dirty="0"/>
              <a:t>상태 이상</a:t>
            </a:r>
            <a:r>
              <a:rPr lang="en-US" altLang="ko-KR" dirty="0"/>
              <a:t>, </a:t>
            </a:r>
            <a:r>
              <a:rPr lang="ko-KR" altLang="en-US" dirty="0"/>
              <a:t>무적 시간</a:t>
            </a:r>
            <a:r>
              <a:rPr lang="en-US" altLang="ko-KR" dirty="0"/>
              <a:t>, </a:t>
            </a:r>
            <a:r>
              <a:rPr lang="ko-KR" altLang="en-US" dirty="0"/>
              <a:t>무효 등</a:t>
            </a:r>
            <a:endParaRPr lang="en-US" altLang="ko-KR" dirty="0"/>
          </a:p>
          <a:p>
            <a:r>
              <a:rPr lang="ko-KR" altLang="en-US" dirty="0"/>
              <a:t>전직을 통해 상위 직업으로 승격했을 때 </a:t>
            </a:r>
            <a:r>
              <a:rPr lang="en-US" altLang="ko-KR" dirty="0"/>
              <a:t>STATUS</a:t>
            </a:r>
            <a:r>
              <a:rPr lang="ko-KR" altLang="en-US" dirty="0"/>
              <a:t>가 열리는 경우처럼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이는 스킬 트리 개념임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이건 있는데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보스를 잡았을 때 </a:t>
            </a:r>
            <a:r>
              <a:rPr lang="en-US" altLang="ko-KR" b="1" dirty="0">
                <a:solidFill>
                  <a:srgbClr val="FF0000"/>
                </a:solidFill>
              </a:rPr>
              <a:t>STAUS</a:t>
            </a:r>
            <a:r>
              <a:rPr lang="ko-KR" altLang="en-US" b="1" dirty="0">
                <a:solidFill>
                  <a:srgbClr val="FF0000"/>
                </a:solidFill>
              </a:rPr>
              <a:t>가 해금되는 경우는 없다고 한다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4851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708E6EB-A11B-578D-55FA-062E4E00D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42" y="242864"/>
            <a:ext cx="9010716" cy="637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3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69440-3DAD-09C8-2608-9BE0DF303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슈퍼맨이 되는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95CEA6-7687-F928-7C70-0847CD101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모든 보스를 잡았기 때문에 모든 능력이 해금된다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클래스의 고유성을 잡기 위해서 스킬 </a:t>
            </a:r>
            <a:r>
              <a:rPr lang="en-US" altLang="ko-KR" dirty="0"/>
              <a:t>point</a:t>
            </a:r>
            <a:r>
              <a:rPr lang="ko-KR" altLang="en-US" dirty="0"/>
              <a:t>에 한계는 줘야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이게 </a:t>
            </a:r>
            <a:r>
              <a:rPr lang="en-US" altLang="ko-KR" dirty="0"/>
              <a:t>‘</a:t>
            </a:r>
            <a:r>
              <a:rPr lang="ko-KR" altLang="en-US" dirty="0"/>
              <a:t>안전 장치</a:t>
            </a:r>
            <a:r>
              <a:rPr lang="en-US" altLang="ko-KR" dirty="0"/>
              <a:t>‘.</a:t>
            </a:r>
          </a:p>
          <a:p>
            <a:endParaRPr lang="en-US" altLang="ko-KR" dirty="0"/>
          </a:p>
          <a:p>
            <a:r>
              <a:rPr lang="ko-KR" altLang="en-US" dirty="0"/>
              <a:t>슈퍼맨을 만들고 싶은데</a:t>
            </a:r>
            <a:r>
              <a:rPr lang="en-US" altLang="ko-KR" dirty="0"/>
              <a:t>, </a:t>
            </a:r>
            <a:r>
              <a:rPr lang="ko-KR" altLang="en-US" dirty="0"/>
              <a:t>선택의 자유를 주고 싶을 때</a:t>
            </a:r>
            <a:r>
              <a:rPr lang="en-US" altLang="ko-KR" dirty="0"/>
              <a:t>, </a:t>
            </a:r>
            <a:r>
              <a:rPr lang="ko-KR" altLang="en-US" dirty="0"/>
              <a:t>같은 포인트의 종류로</a:t>
            </a:r>
            <a:r>
              <a:rPr lang="en-US" altLang="ko-KR" dirty="0"/>
              <a:t>, </a:t>
            </a:r>
            <a:r>
              <a:rPr lang="ko-KR" altLang="en-US" dirty="0"/>
              <a:t>스킬도 포인트를 부여하고 </a:t>
            </a:r>
            <a:r>
              <a:rPr lang="en-US" altLang="ko-KR" dirty="0"/>
              <a:t>STATUS</a:t>
            </a:r>
            <a:r>
              <a:rPr lang="ko-KR" altLang="en-US" dirty="0"/>
              <a:t>도 포인트를 부여한다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 스킬과 </a:t>
            </a:r>
            <a:r>
              <a:rPr lang="en-US" altLang="ko-KR" dirty="0"/>
              <a:t>STATUS</a:t>
            </a:r>
            <a:r>
              <a:rPr lang="ko-KR" altLang="en-US" dirty="0"/>
              <a:t>를 나누고 싶다</a:t>
            </a:r>
            <a:r>
              <a:rPr lang="en-US" altLang="ko-KR" dirty="0"/>
              <a:t>? </a:t>
            </a:r>
            <a:r>
              <a:rPr lang="ko-KR" altLang="en-US" dirty="0"/>
              <a:t>스킬 전용 포인트는 </a:t>
            </a:r>
            <a:r>
              <a:rPr lang="en-US" altLang="ko-KR" dirty="0"/>
              <a:t>A, STATUS </a:t>
            </a:r>
            <a:r>
              <a:rPr lang="ko-KR" altLang="en-US" dirty="0"/>
              <a:t>전용 포인트는 </a:t>
            </a:r>
            <a:r>
              <a:rPr lang="en-US" altLang="ko-KR" dirty="0"/>
              <a:t>B</a:t>
            </a:r>
            <a:r>
              <a:rPr lang="ko-KR" altLang="en-US" dirty="0"/>
              <a:t>로 설정할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 포인트가 </a:t>
            </a:r>
            <a:r>
              <a:rPr lang="en-US" altLang="ko-KR" dirty="0"/>
              <a:t>3</a:t>
            </a:r>
            <a:r>
              <a:rPr lang="ko-KR" altLang="en-US" dirty="0"/>
              <a:t>개 이상 되면 플레이어에게 부담이 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2777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15C0FF-4167-C940-D30B-E6E3E5957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스킬북과</a:t>
            </a:r>
            <a:r>
              <a:rPr lang="ko-KR" altLang="en-US" dirty="0"/>
              <a:t> 전직 시험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F53E05-65F9-15C2-2DCE-B19659F0F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스킬북을</a:t>
            </a:r>
            <a:r>
              <a:rPr lang="ko-KR" altLang="en-US" dirty="0"/>
              <a:t> </a:t>
            </a:r>
            <a:r>
              <a:rPr lang="ko-KR" altLang="en-US" dirty="0" err="1"/>
              <a:t>구해야지만</a:t>
            </a:r>
            <a:r>
              <a:rPr lang="en-US" altLang="ko-KR" dirty="0"/>
              <a:t>, </a:t>
            </a:r>
            <a:r>
              <a:rPr lang="ko-KR" altLang="en-US" dirty="0"/>
              <a:t>전직 시험을 </a:t>
            </a:r>
            <a:r>
              <a:rPr lang="ko-KR" altLang="en-US" dirty="0" err="1"/>
              <a:t>쳐야지만</a:t>
            </a:r>
            <a:endParaRPr lang="en-US" altLang="ko-KR" dirty="0"/>
          </a:p>
          <a:p>
            <a:r>
              <a:rPr lang="ko-KR" altLang="en-US" dirty="0"/>
              <a:t>이런 것들로 클래스별 가능성의 시작을 다르게 만들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또는 </a:t>
            </a:r>
            <a:r>
              <a:rPr lang="ko-KR" altLang="en-US" dirty="0" err="1"/>
              <a:t>히든</a:t>
            </a:r>
            <a:r>
              <a:rPr lang="ko-KR" altLang="en-US" dirty="0"/>
              <a:t> 퀘스트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8531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F1578-8E44-9185-5CCB-832F3C8D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003622-4B68-2302-D068-FABAED3C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세상을 구성하는 능력의 요소를 정리하고</a:t>
            </a:r>
            <a:endParaRPr lang="en-US" altLang="ko-KR" dirty="0"/>
          </a:p>
          <a:p>
            <a:r>
              <a:rPr lang="ko-KR" altLang="en-US" dirty="0"/>
              <a:t>그 능력의 요소들을 주인공과 악당 그룹에 분배하고</a:t>
            </a:r>
            <a:endParaRPr lang="en-US" altLang="ko-KR" dirty="0"/>
          </a:p>
          <a:p>
            <a:r>
              <a:rPr lang="ko-KR" altLang="en-US" dirty="0"/>
              <a:t>그 능력에 대한 규칙을 만들면</a:t>
            </a:r>
            <a:endParaRPr lang="en-US" altLang="ko-KR" dirty="0"/>
          </a:p>
          <a:p>
            <a:r>
              <a:rPr lang="ko-KR" altLang="en-US" dirty="0"/>
              <a:t>클래스에 대한 고민이 완성될 것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4756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CA6D2-403C-4AD0-17D0-4CC15315B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클래스를 보완하는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A12747-F166-B24F-FAC4-F90C9B2DD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펫이 나머지를 </a:t>
            </a:r>
            <a:r>
              <a:rPr lang="ko-KR" altLang="en-US" dirty="0" err="1"/>
              <a:t>도와준다거나</a:t>
            </a:r>
            <a:endParaRPr lang="en-US" altLang="ko-KR" dirty="0"/>
          </a:p>
          <a:p>
            <a:r>
              <a:rPr lang="ko-KR" altLang="en-US" dirty="0"/>
              <a:t>파티원이 다른 부분들을 </a:t>
            </a:r>
            <a:r>
              <a:rPr lang="ko-KR" altLang="en-US" dirty="0" err="1"/>
              <a:t>메꿔준다거나</a:t>
            </a:r>
            <a:endParaRPr lang="en-US" altLang="ko-KR" dirty="0"/>
          </a:p>
          <a:p>
            <a:r>
              <a:rPr lang="en-US" altLang="ko-KR" dirty="0"/>
              <a:t>Hero NPC</a:t>
            </a:r>
            <a:r>
              <a:rPr lang="ko-KR" altLang="en-US" dirty="0"/>
              <a:t>가 </a:t>
            </a:r>
            <a:r>
              <a:rPr lang="ko-KR" altLang="en-US" dirty="0" err="1"/>
              <a:t>도와준다거나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이외에는 클래스의 영역을 벗어나는 것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3762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7920A-89F3-0AB3-885A-04CDDBBF0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오늘 배운 내용의 중요한 부분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AFAB0F-B013-50FC-4F28-766849C6A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Environment</a:t>
            </a:r>
            <a:r>
              <a:rPr lang="ko-KR" altLang="en-US" dirty="0"/>
              <a:t>를 구성하는 능력의 요소들을 계속해서 추가된다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능력 분포 다각형의 능력들이 여기서 추가될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</a:t>
            </a:r>
            <a:r>
              <a:rPr lang="en-US" altLang="ko-KR" dirty="0"/>
              <a:t>) [WOW]</a:t>
            </a:r>
            <a:r>
              <a:rPr lang="ko-KR" altLang="en-US" dirty="0"/>
              <a:t>는 특정 </a:t>
            </a:r>
            <a:r>
              <a:rPr lang="ko-KR" altLang="en-US" dirty="0" err="1"/>
              <a:t>확장팩에서</a:t>
            </a:r>
            <a:r>
              <a:rPr lang="ko-KR" altLang="en-US" dirty="0"/>
              <a:t> </a:t>
            </a:r>
            <a:r>
              <a:rPr lang="en-US" altLang="ko-KR" dirty="0"/>
              <a:t>STATUS</a:t>
            </a:r>
            <a:r>
              <a:rPr lang="ko-KR" altLang="en-US" dirty="0"/>
              <a:t>가 추가된다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어떻게 배분할 지도 고민해야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주인공이 어떤 능력을 활용할 지도 고민해야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4641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5E2A581-262A-0E9A-32C8-10AE5F925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879" y="228576"/>
            <a:ext cx="9020241" cy="64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00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ECD14-1A9A-60A6-5824-916E881EB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630F48-46AD-7560-E311-899415A79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주인공이 수천명인 온라인 게임은</a:t>
            </a:r>
            <a:r>
              <a:rPr lang="en-US" altLang="ko-KR" dirty="0"/>
              <a:t>, </a:t>
            </a:r>
            <a:r>
              <a:rPr lang="ko-KR" altLang="en-US" dirty="0"/>
              <a:t>능력의 구분이 더 명확해야 한다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나혼자만</a:t>
            </a:r>
            <a:r>
              <a:rPr lang="ko-KR" altLang="en-US" dirty="0"/>
              <a:t> 주인공인 게임에서는 주인공 캐릭터 하나에 대해서 능력을 명확히 설정하면 되지만</a:t>
            </a:r>
            <a:r>
              <a:rPr lang="en-US" altLang="ko-KR" dirty="0"/>
              <a:t>(?)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065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7395E-45CB-FD75-CAB2-CAB3D9E77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능력 분포 다각형의 틈을 메꾸는 독특한 클래스 만들어보기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02BD5E-6775-5C6A-0F9E-D11E00C9B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틈을 메꾸거나</a:t>
            </a:r>
            <a:r>
              <a:rPr lang="en-US" altLang="ko-KR" dirty="0"/>
              <a:t>, </a:t>
            </a:r>
            <a:r>
              <a:rPr lang="ko-KR" altLang="en-US" dirty="0"/>
              <a:t>하는 등의 클래스를 고민하는 것만으로도 </a:t>
            </a:r>
            <a:r>
              <a:rPr lang="ko-KR" altLang="en-US" dirty="0" err="1"/>
              <a:t>의미있을</a:t>
            </a:r>
            <a:r>
              <a:rPr lang="ko-KR" altLang="en-US" dirty="0"/>
              <a:t> 것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398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DA80E0A-82D4-9AD0-4000-9130E7EDA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54" y="238101"/>
            <a:ext cx="9039291" cy="638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9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1327</Words>
  <Application>Microsoft Office PowerPoint</Application>
  <PresentationFormat>와이드스크린</PresentationFormat>
  <Paragraphs>175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맑은 고딕</vt:lpstr>
      <vt:lpstr>Arial</vt:lpstr>
      <vt:lpstr>Office 테마</vt:lpstr>
      <vt:lpstr>클래스 Class</vt:lpstr>
      <vt:lpstr>친구가 필요해지는 방법</vt:lpstr>
      <vt:lpstr>도적</vt:lpstr>
      <vt:lpstr>애니메이션에서 ‘광대’라는 클래스</vt:lpstr>
      <vt:lpstr>PowerPoint 프레젠테이션</vt:lpstr>
      <vt:lpstr>시간</vt:lpstr>
      <vt:lpstr>광대 클래스의 ‘시간’</vt:lpstr>
      <vt:lpstr>광대의 포지션</vt:lpstr>
      <vt:lpstr>수도승 클래스</vt:lpstr>
      <vt:lpstr>수도승/스님 계열들은 고민을 해야 한다.</vt:lpstr>
      <vt:lpstr>콘솔과 PC 게임의 차이</vt:lpstr>
      <vt:lpstr>콘솔게임의 확장</vt:lpstr>
      <vt:lpstr>매니아층</vt:lpstr>
      <vt:lpstr>PowerPoint 프레젠테이션</vt:lpstr>
      <vt:lpstr>내가 만들어보는 독특한 클래스</vt:lpstr>
      <vt:lpstr>Environment - World</vt:lpstr>
      <vt:lpstr>Rule</vt:lpstr>
      <vt:lpstr>주인공에게 줄 수 있는 능력</vt:lpstr>
      <vt:lpstr>능력 분포 다각형의 빈 부분</vt:lpstr>
      <vt:lpstr>악당이 가지는 요소들</vt:lpstr>
      <vt:lpstr>악당에게는 있지만, 캐릭터에는 없는 요소</vt:lpstr>
      <vt:lpstr>PowerPoint 프레젠테이션</vt:lpstr>
      <vt:lpstr>슈퍼맨이 되는 것</vt:lpstr>
      <vt:lpstr>스킬북과 전직 시험</vt:lpstr>
      <vt:lpstr>클래스</vt:lpstr>
      <vt:lpstr>클래스를 보완하는 방법</vt:lpstr>
      <vt:lpstr>오늘 배운 내용의 중요한 부분</vt:lpstr>
      <vt:lpstr>PowerPoint 프레젠테이션</vt:lpstr>
      <vt:lpstr>PowerPoint 프레젠테이션</vt:lpstr>
      <vt:lpstr>능력 분포 다각형의 틈을 메꾸는 독특한 클래스 만들어보기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2026-09-13T05:01:14Z</dcterms:created>
  <dcterms:modified xsi:type="dcterms:W3CDTF">2026-09-13T07:04:19Z</dcterms:modified>
</cp:coreProperties>
</file>