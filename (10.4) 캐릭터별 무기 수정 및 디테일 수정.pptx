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">
      <pc:chgData name="musukie52@gmail.com" userId="017bd91f96aa8751" providerId="LiveId" clId="{5B2C3894-F97E-4CAB-8812-5BB4D83AAC6A}" dt="2026-10-04T04:59:52.428" v="5" actId="47"/>
      <pc:docMkLst>
        <pc:docMk/>
      </pc:docMkLst>
      <pc:sldChg chg="delSp new del mod">
        <pc:chgData name="musukie52@gmail.com" userId="017bd91f96aa8751" providerId="LiveId" clId="{5B2C3894-F97E-4CAB-8812-5BB4D83AAC6A}" dt="2026-10-04T04:59:50.993" v="3" actId="47"/>
        <pc:sldMkLst>
          <pc:docMk/>
          <pc:sldMk cId="327411130" sldId="256"/>
        </pc:sldMkLst>
        <pc:spChg chg="del">
          <ac:chgData name="musukie52@gmail.com" userId="017bd91f96aa8751" providerId="LiveId" clId="{5B2C3894-F97E-4CAB-8812-5BB4D83AAC6A}" dt="2026-10-04T04:59:48.183" v="1" actId="478"/>
          <ac:spMkLst>
            <pc:docMk/>
            <pc:sldMk cId="327411130" sldId="256"/>
            <ac:spMk id="2" creationId="{8F8270BA-1AA5-8868-74B4-D768A406BF1E}"/>
          </ac:spMkLst>
        </pc:spChg>
        <pc:spChg chg="del">
          <ac:chgData name="musukie52@gmail.com" userId="017bd91f96aa8751" providerId="LiveId" clId="{5B2C3894-F97E-4CAB-8812-5BB4D83AAC6A}" dt="2026-10-04T04:59:48.183" v="1" actId="478"/>
          <ac:spMkLst>
            <pc:docMk/>
            <pc:sldMk cId="327411130" sldId="256"/>
            <ac:spMk id="3" creationId="{E97C11B5-4C2D-88FB-2762-762C865AD100}"/>
          </ac:spMkLst>
        </pc:spChg>
      </pc:sldChg>
      <pc:sldChg chg="new add del">
        <pc:chgData name="musukie52@gmail.com" userId="017bd91f96aa8751" providerId="LiveId" clId="{5B2C3894-F97E-4CAB-8812-5BB4D83AAC6A}" dt="2026-10-04T04:59:52.428" v="5" actId="47"/>
        <pc:sldMkLst>
          <pc:docMk/>
          <pc:sldMk cId="318305003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BA83A-97C3-0F31-6EBC-E58B48AEC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4D6BDC-58EC-A888-5002-C8BC80D5E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6E577B-C776-23B2-BD74-295812AE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4C2B-B615-4CB9-BC79-0FA84C5BBD7F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A64A69-59F0-3753-D936-875DF4AB0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4C552F-D863-31C8-8D56-E36730028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3D483-A87A-4E94-94EC-34C2BC9F02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149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08CB6F-D594-51BD-2CF0-3A9D1BE3B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1F7F84-E036-151C-C4C4-C86A48989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6A82BB-0E6A-CDEA-DAF3-B14BD728D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4C2B-B615-4CB9-BC79-0FA84C5BBD7F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E39715-110D-63F2-C8F4-4B646E194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1C2F9F-A6DA-B461-7A31-1B7C9663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3D483-A87A-4E94-94EC-34C2BC9F02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240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FD6B3-CE29-CA8D-7707-BA92F0F14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C22226-BF68-1AD4-84C5-D08BD1A93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F9852B-D32C-A9EF-BF2D-DE764773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4C2B-B615-4CB9-BC79-0FA84C5BBD7F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BBFCA3-DA9B-3F4B-CDA4-137842C4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178DEF-1AA3-9C35-1310-9C16228A8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3D483-A87A-4E94-94EC-34C2BC9F02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57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A6D5EA-04B1-E84B-3398-52E7A8292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5ED5EB-59ED-7C1E-8DDA-3488C7489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BB0C86-EFF5-87AE-4DF6-307C93214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E99BD8-D61A-6B9C-ECE5-BFA2765B0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4C2B-B615-4CB9-BC79-0FA84C5BBD7F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E8766E-3F71-16EF-C243-DB7B1242D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47AE6F-CA12-0A62-383E-5BA5A169B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3D483-A87A-4E94-94EC-34C2BC9F02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90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F8A0B-7F32-D945-E093-5721D76C5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852AAC-64CF-7AA1-BEF2-7BD185032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322542-2049-ECCB-C67F-DFB77C786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353537-CAFE-A077-242D-D10B8F0A6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FA367E-F14D-35B4-6FA9-39615585D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FE3896-9244-AEA1-5C89-4EFD4E7F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4C2B-B615-4CB9-BC79-0FA84C5BBD7F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00C733-6F25-4AE1-123E-713FD1710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D04F1E-553B-1933-A82E-7CA765BBD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3D483-A87A-4E94-94EC-34C2BC9F02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71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E1B07-94E0-C1F8-A042-C3DB49765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36E8AA-AE98-4C52-10E3-A0B143634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4C2B-B615-4CB9-BC79-0FA84C5BBD7F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861670-5D11-D0E0-DB0A-9601DF090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6EC86A-5B5A-00D8-A087-CEEC0836A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3D483-A87A-4E94-94EC-34C2BC9F02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417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0CDDB7-C715-5D33-123F-562241EC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4C2B-B615-4CB9-BC79-0FA84C5BBD7F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E00D2-703B-4391-8D8F-2BE577CA8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598212-B5A5-7218-ABA4-1036EF9B0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3D483-A87A-4E94-94EC-34C2BC9F02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757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C9101-66E9-8EE8-F9F7-B32E66448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FA182B-5079-63C6-C61C-2A51C887A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980091-AC6F-6AC4-DF2C-7E7172DE0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163026-E7F1-A284-A428-3A67E240D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4C2B-B615-4CB9-BC79-0FA84C5BBD7F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3EBBA7-3D6D-73F0-EE50-CF130D3E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3AA101-2C16-7FDE-549B-B1CF19F0E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3D483-A87A-4E94-94EC-34C2BC9F02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657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32F0A-FFDB-04EF-5BDA-3F8681DF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FA75FB-B42C-8FBC-F073-BB23A140257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FEFAAF-3AB8-07A6-9789-5FDC0DBD0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B8EB5B-3FD2-D6DE-3AC0-D7C188040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4C2B-B615-4CB9-BC79-0FA84C5BBD7F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89644E-76AA-B37F-9404-C39E116A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9D73E5-1FAF-DA79-24D1-E9D25CB22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3D483-A87A-4E94-94EC-34C2BC9F02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585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D97570-5DDD-90AC-DFB4-4662B685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655DC8-DC5C-16E3-E12E-725F4E94F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BE7CC1-E2F0-2B05-2E22-2D55DBDD4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4C2B-B615-4CB9-BC79-0FA84C5BBD7F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7E996E-9FEB-8026-CF84-664E4CD0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26F93D-3550-8C97-A1A9-2D8E1FBCB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3D483-A87A-4E94-94EC-34C2BC9F02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40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07A41E-0BFF-1691-4C05-83B4D6661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140642-77B5-9863-6D8E-4FBE3FFD1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EF1C2-8C0D-F0E9-4499-790783AD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4C2B-B615-4CB9-BC79-0FA84C5BBD7F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DDD1B8-E696-E562-4750-BB9EC2597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F9286E-7CEC-74AF-5D20-4C68C310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3D483-A87A-4E94-94EC-34C2BC9F02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58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0E2CA56-0FE9-F634-597F-7544F10FE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4884C9-EFDA-BC77-9603-6FE221C19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12834-AA43-1B74-F135-DB6AE5D382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C4C2B-B615-4CB9-BC79-0FA84C5BBD7F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80F4CB-C21A-7B7D-02C3-5A6452DCD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FA0A18-E602-969A-48C6-F5E004A90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3D483-A87A-4E94-94EC-34C2BC9F02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03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B26E2E-F682-EFA9-8E1B-2DFEA7F15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6AE23D-7D43-D4FC-5C13-19F3F13E9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050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2026-10-04T04:59:40Z</dcterms:created>
  <dcterms:modified xsi:type="dcterms:W3CDTF">2026-10-04T05:00:01Z</dcterms:modified>
</cp:coreProperties>
</file>