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60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delSld modSld">
      <pc:chgData name="musukie52@gmail.com" userId="017bd91f96aa8751" providerId="LiveId" clId="{5B2C3894-F97E-4CAB-8812-5BB4D83AAC6A}" dt="2026-10-25T06:54:37.382" v="583" actId="1076"/>
      <pc:docMkLst>
        <pc:docMk/>
      </pc:docMkLst>
      <pc:sldChg chg="new del">
        <pc:chgData name="musukie52@gmail.com" userId="017bd91f96aa8751" providerId="LiveId" clId="{5B2C3894-F97E-4CAB-8812-5BB4D83AAC6A}" dt="2026-10-25T04:59:09.917" v="2" actId="47"/>
        <pc:sldMkLst>
          <pc:docMk/>
          <pc:sldMk cId="1420101047" sldId="256"/>
        </pc:sldMkLst>
      </pc:sldChg>
      <pc:sldChg chg="addSp delSp modSp new mod">
        <pc:chgData name="musukie52@gmail.com" userId="017bd91f96aa8751" providerId="LiveId" clId="{5B2C3894-F97E-4CAB-8812-5BB4D83AAC6A}" dt="2026-10-25T06:54:37.382" v="583" actId="1076"/>
        <pc:sldMkLst>
          <pc:docMk/>
          <pc:sldMk cId="4036198410" sldId="257"/>
        </pc:sldMkLst>
        <pc:spChg chg="del">
          <ac:chgData name="musukie52@gmail.com" userId="017bd91f96aa8751" providerId="LiveId" clId="{5B2C3894-F97E-4CAB-8812-5BB4D83AAC6A}" dt="2026-10-25T06:44:18.855" v="3" actId="478"/>
          <ac:spMkLst>
            <pc:docMk/>
            <pc:sldMk cId="4036198410" sldId="257"/>
            <ac:spMk id="2" creationId="{FD430956-6ABE-871D-62F6-540DAC81D149}"/>
          </ac:spMkLst>
        </pc:spChg>
        <pc:spChg chg="del">
          <ac:chgData name="musukie52@gmail.com" userId="017bd91f96aa8751" providerId="LiveId" clId="{5B2C3894-F97E-4CAB-8812-5BB4D83AAC6A}" dt="2026-10-25T06:44:18.855" v="3" actId="478"/>
          <ac:spMkLst>
            <pc:docMk/>
            <pc:sldMk cId="4036198410" sldId="257"/>
            <ac:spMk id="3" creationId="{7CF8F405-4BE7-A202-A7D0-5F0DD210429F}"/>
          </ac:spMkLst>
        </pc:spChg>
        <pc:spChg chg="add mod">
          <ac:chgData name="musukie52@gmail.com" userId="017bd91f96aa8751" providerId="LiveId" clId="{5B2C3894-F97E-4CAB-8812-5BB4D83AAC6A}" dt="2026-10-25T06:54:37.382" v="583" actId="1076"/>
          <ac:spMkLst>
            <pc:docMk/>
            <pc:sldMk cId="4036198410" sldId="257"/>
            <ac:spMk id="5" creationId="{48ADEFF0-7FAB-5611-B9AE-AF2956DC540C}"/>
          </ac:spMkLst>
        </pc:spChg>
      </pc:sldChg>
      <pc:sldChg chg="modSp new mod">
        <pc:chgData name="musukie52@gmail.com" userId="017bd91f96aa8751" providerId="LiveId" clId="{5B2C3894-F97E-4CAB-8812-5BB4D83AAC6A}" dt="2026-10-25T06:53:41.615" v="482" actId="20577"/>
        <pc:sldMkLst>
          <pc:docMk/>
          <pc:sldMk cId="2249646017" sldId="258"/>
        </pc:sldMkLst>
        <pc:spChg chg="mod">
          <ac:chgData name="musukie52@gmail.com" userId="017bd91f96aa8751" providerId="LiveId" clId="{5B2C3894-F97E-4CAB-8812-5BB4D83AAC6A}" dt="2026-10-25T06:51:59.991" v="46" actId="20577"/>
          <ac:spMkLst>
            <pc:docMk/>
            <pc:sldMk cId="2249646017" sldId="258"/>
            <ac:spMk id="2" creationId="{40B2CF5E-D7AA-9277-873D-8E496C3631FE}"/>
          </ac:spMkLst>
        </pc:spChg>
        <pc:spChg chg="mod">
          <ac:chgData name="musukie52@gmail.com" userId="017bd91f96aa8751" providerId="LiveId" clId="{5B2C3894-F97E-4CAB-8812-5BB4D83AAC6A}" dt="2026-10-25T06:53:41.615" v="482" actId="20577"/>
          <ac:spMkLst>
            <pc:docMk/>
            <pc:sldMk cId="2249646017" sldId="258"/>
            <ac:spMk id="3" creationId="{D54871B2-F87B-F0DD-8E85-74C63527C8E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EA85B-1CB8-4280-A4CC-5AC144DBB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E87501-B186-C561-BA81-1C158EE30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09A4DB-CCB8-423B-DFEE-893D2DBCF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DEBC-885D-4B43-B3AE-5CB643DDAD5C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637FBB-E166-7825-6072-5E8A3998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FC8EBB-57A8-5AA9-AB74-4FF094C01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8409-CD98-43DE-B85F-7BC55E112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325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29FC8-BCA6-A883-41AA-2FDB7B3D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BC3609-FEEF-291B-8ADB-D779C29EF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AAECAE-DF1D-D6F9-EFB7-4627ED0B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DEBC-885D-4B43-B3AE-5CB643DDAD5C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50F25-58DA-CAE1-F4FD-17340399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83BA2C-ADF2-5B7F-0D1D-740F91BE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8409-CD98-43DE-B85F-7BC55E112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02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850EE1-05B4-428A-2292-6E0D722B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1C134B-7FFF-AE2B-21BC-AF12C2189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D8FC4-7492-FA4E-5E42-D7BB9E93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DEBC-885D-4B43-B3AE-5CB643DDAD5C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70215A-257C-152C-A113-5171FE9C3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71A738-3044-C36A-D092-C3AB8499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8409-CD98-43DE-B85F-7BC55E112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77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64931-CA4E-EA17-02D5-ACB41AADC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96CC6-AD42-AA3F-9A43-BF3E03E87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8F06E2-D24D-22A3-6C73-6A93FE2E6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E96494-6B9B-3BCA-2DB4-7C6FB562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DEBC-885D-4B43-B3AE-5CB643DDAD5C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575194-9DF1-5591-C1C9-DCB6238F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D350A1-90A7-C0E9-0DDB-B4FB39FEE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8409-CD98-43DE-B85F-7BC55E112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89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CF23B-56C7-93F9-2F09-790B4A4B7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470D40-BCE1-B0B1-83AF-8257376A4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749FD1-5054-9AA7-072F-D6B266712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E468C7-0709-F35A-9324-D64EC977B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E5BE64-5E22-B2A1-1B8D-2E1981EB1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98143B-7417-57C9-D314-44CA3451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DEBC-885D-4B43-B3AE-5CB643DDAD5C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27497A-82DD-404F-716A-AD978481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415196-10AB-8A74-2A7C-92DD8DD4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8409-CD98-43DE-B85F-7BC55E112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86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28D0C-8806-9914-30E2-6AD1D438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141BA3-991F-5C1E-CB97-D0165116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DEBC-885D-4B43-B3AE-5CB643DDAD5C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BB0FAE-F471-5E94-02D2-5989B52A7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40F092-C238-284A-2845-DB739ADE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8409-CD98-43DE-B85F-7BC55E112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784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8B9B8B-B4F4-B819-8CDA-657A7BDAB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DEBC-885D-4B43-B3AE-5CB643DDAD5C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00FF8B-53AA-DAE2-5737-5393FB3FB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C83378-0190-4457-FF6A-81FC1026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8409-CD98-43DE-B85F-7BC55E112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788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2638D-F450-B8F7-51EF-C36E3E74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149D4A-53D5-17B9-0959-14EE1C328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D20635-12AB-C66F-45CE-8C3ACF282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CAF6B5-6F77-371D-190F-423BC5755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DEBC-885D-4B43-B3AE-5CB643DDAD5C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0ECFE8-A520-FBAD-3DE3-464C0B7D0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BF2AD7-EB40-CD45-1718-916D7AA4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8409-CD98-43DE-B85F-7BC55E112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319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DEA23-D314-18F5-7975-3C8827F4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9C4B87-0AA0-8260-02DD-A8B3859C8F5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7E14A0-C5BB-6C74-2355-879CA96BF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A58BC4-1FA4-496D-9B21-1C72C659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DEBC-885D-4B43-B3AE-5CB643DDAD5C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7C1D9B-C389-9DA6-50DC-A981C4BC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268612-EF25-FAAD-7DA8-4D3E561B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8409-CD98-43DE-B85F-7BC55E112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28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B1B24-E32B-6C9A-06FC-0FE64112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1242C2-7FCF-C107-A8BD-02743C207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A312D1-BCFD-1827-7BB2-789B311A0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DEBC-885D-4B43-B3AE-5CB643DDAD5C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D5AB28-8028-4CF7-A973-41DE8AC8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96282-AE24-2A77-CA73-B5498212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8409-CD98-43DE-B85F-7BC55E112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83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A82FEC-1851-34D3-C1EA-F2F2B08BE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E22426-4513-E838-CCBA-958F7A803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489879-C453-EDB6-1D9F-831D7479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DEBC-885D-4B43-B3AE-5CB643DDAD5C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94D1E0-375A-326B-2FC9-63F5718C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84307B-FDA1-9A1A-DD50-94ED6D54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8409-CD98-43DE-B85F-7BC55E112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16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D60A5F-49E9-02BD-EFB8-EF2B52CC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8A346F-6DAB-DF03-3D72-BED6A9102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1140D9-5ABE-77D8-2E39-DE569FB27E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BDEBC-885D-4B43-B3AE-5CB643DDAD5C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B8C29F-31AB-6648-9906-45A87B7BB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D4B708-9577-AC38-8D26-218C67513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68409-CD98-43DE-B85F-7BC55E112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47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ADEFF0-7FAB-5611-B9AE-AF2956DC540C}"/>
              </a:ext>
            </a:extLst>
          </p:cNvPr>
          <p:cNvSpPr txBox="1"/>
          <p:nvPr/>
        </p:nvSpPr>
        <p:spPr>
          <a:xfrm>
            <a:off x="0" y="397401"/>
            <a:ext cx="121920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2400" b="1" dirty="0"/>
              <a:t>내가 간단히 고민한 각 나라의 일반 병사의 공격과 </a:t>
            </a:r>
            <a:r>
              <a:rPr lang="ko-KR" altLang="en-US" sz="2400" b="1" dirty="0" err="1"/>
              <a:t>필살기</a:t>
            </a:r>
            <a:endParaRPr lang="en-US" altLang="ko-KR" sz="2400" b="1" dirty="0"/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ko-KR" altLang="ko-KR" sz="1400" b="1" dirty="0"/>
              <a:t>1. 고구려 — 육박 제압형</a:t>
            </a:r>
          </a:p>
          <a:p>
            <a:pPr>
              <a:buNone/>
            </a:pPr>
            <a:r>
              <a:rPr lang="ko-KR" altLang="ko-KR" sz="1400" dirty="0"/>
              <a:t>무기: </a:t>
            </a:r>
            <a:r>
              <a:rPr lang="ko-KR" altLang="ko-KR" sz="1400" dirty="0" err="1"/>
              <a:t>횡공부</a:t>
            </a:r>
            <a:r>
              <a:rPr lang="ko-KR" altLang="ko-KR" sz="1400" dirty="0"/>
              <a:t>(전투용 도끼) · 콘셉트: 용맹함과 강인한 힘</a:t>
            </a:r>
          </a:p>
          <a:p>
            <a:pPr>
              <a:buNone/>
            </a:pPr>
            <a:r>
              <a:rPr lang="ko-KR" altLang="ko-KR" sz="1400" dirty="0"/>
              <a:t>기본 공격 「도끼 </a:t>
            </a:r>
            <a:r>
              <a:rPr lang="ko-KR" altLang="ko-KR" sz="1400" dirty="0" err="1"/>
              <a:t>걸어치기</a:t>
            </a:r>
            <a:r>
              <a:rPr lang="ko-KR" altLang="ko-KR" sz="1400" dirty="0"/>
              <a:t>」</a:t>
            </a:r>
          </a:p>
          <a:p>
            <a:pPr>
              <a:buNone/>
            </a:pPr>
            <a:r>
              <a:rPr lang="ko-KR" altLang="ko-KR" sz="1400" dirty="0" err="1"/>
              <a:t>도끼날</a:t>
            </a:r>
            <a:r>
              <a:rPr lang="ko-KR" altLang="ko-KR" sz="1400" dirty="0"/>
              <a:t> 안쪽으로 상대의 무기나 팔을 걸어 짧게 끌어당긴 뒤, 도끼자루로 강하게 </a:t>
            </a:r>
            <a:r>
              <a:rPr lang="ko-KR" altLang="ko-KR" sz="1400" dirty="0" err="1"/>
              <a:t>밀쳐냄</a:t>
            </a:r>
            <a:r>
              <a:rPr lang="ko-KR" altLang="ko-KR" sz="1400" dirty="0"/>
              <a:t>. 끌어당기기에 성공하면 상대를 근접 공격 범위 안으로 끌어들임.</a:t>
            </a:r>
          </a:p>
          <a:p>
            <a:pPr>
              <a:buNone/>
            </a:pPr>
            <a:r>
              <a:rPr lang="ko-KR" altLang="ko-KR" sz="1400" dirty="0"/>
              <a:t>필살 공격 「용맹 메치기」</a:t>
            </a:r>
          </a:p>
          <a:p>
            <a:pPr>
              <a:buNone/>
            </a:pPr>
            <a:r>
              <a:rPr lang="ko-KR" altLang="ko-KR" sz="1400" dirty="0"/>
              <a:t>도끼를 몸 가까이 당겨 쥐고 상대에게 돌진함. 빈손으로 상대를 붙잡은 뒤 어깨너머로 메쳐 바닥에 내리꽂음. 주변 적과 충돌하면 추가 피해 발생.</a:t>
            </a:r>
          </a:p>
          <a:p>
            <a:pPr>
              <a:buNone/>
            </a:pPr>
            <a:r>
              <a:rPr lang="ko-KR" altLang="ko-KR" sz="1400" dirty="0"/>
              <a:t>특징: 멀리 있는 상대를 자기 쪽으로 끌어들이고, 가까운 상대는 직접 붙잡아 제압하는 공격 구조.</a:t>
            </a:r>
          </a:p>
          <a:p>
            <a:pPr>
              <a:buNone/>
            </a:pPr>
            <a:r>
              <a:rPr lang="ko-KR" altLang="ko-KR" sz="1400" b="1" dirty="0"/>
              <a:t>2. 백제 — 변칙 교란형</a:t>
            </a:r>
          </a:p>
          <a:p>
            <a:pPr>
              <a:buNone/>
            </a:pPr>
            <a:r>
              <a:rPr lang="ko-KR" altLang="ko-KR" sz="1400" dirty="0"/>
              <a:t>무기: </a:t>
            </a:r>
            <a:r>
              <a:rPr lang="ko-KR" altLang="ko-KR" sz="1400" dirty="0" err="1"/>
              <a:t>환두도</a:t>
            </a:r>
            <a:r>
              <a:rPr lang="ko-KR" altLang="ko-KR" sz="1400" dirty="0"/>
              <a:t>(장식 없는 실전형 가정) · 콘셉트: 상대의 판단과 공격 타이밍 교란</a:t>
            </a:r>
          </a:p>
          <a:p>
            <a:pPr>
              <a:buNone/>
            </a:pPr>
            <a:r>
              <a:rPr lang="ko-KR" altLang="ko-KR" sz="1400" dirty="0"/>
              <a:t>기본 공격 「</a:t>
            </a:r>
            <a:r>
              <a:rPr lang="ko-KR" altLang="ko-KR" sz="1400" dirty="0" err="1"/>
              <a:t>엇박</a:t>
            </a:r>
            <a:r>
              <a:rPr lang="ko-KR" altLang="ko-KR" sz="1400" dirty="0"/>
              <a:t> 베기」</a:t>
            </a:r>
          </a:p>
          <a:p>
            <a:pPr>
              <a:buNone/>
            </a:pPr>
            <a:r>
              <a:rPr lang="ko-KR" altLang="ko-KR" sz="1400" dirty="0"/>
              <a:t>환두도를 들어 올려 크게 </a:t>
            </a:r>
            <a:r>
              <a:rPr lang="ko-KR" altLang="ko-KR" sz="1400" dirty="0" err="1"/>
              <a:t>내려베는</a:t>
            </a:r>
            <a:r>
              <a:rPr lang="ko-KR" altLang="ko-KR" sz="1400" dirty="0"/>
              <a:t> 듯한 동작을 취하지만, 실제로는 짧게 끊어 베기. 이후 잠깐 멈춘 뒤 예상보다 늦게 반대 방향으로 강하게 베어 공격함.</a:t>
            </a:r>
          </a:p>
          <a:p>
            <a:pPr>
              <a:buNone/>
            </a:pPr>
            <a:r>
              <a:rPr lang="ko-KR" altLang="ko-KR" sz="1400" dirty="0"/>
              <a:t>필살 공격 「빈틈 역습」</a:t>
            </a:r>
          </a:p>
          <a:p>
            <a:pPr>
              <a:buNone/>
            </a:pPr>
            <a:r>
              <a:rPr lang="ko-KR" altLang="ko-KR" sz="1400" dirty="0"/>
              <a:t>공격을 마친 것처럼 검을 내리고 빈틈을 노출함. 플레이어가 공격하면 몸을 옆으로 틀어 피한 뒤, 반대 방향으로 회전하며 강하게 </a:t>
            </a:r>
            <a:r>
              <a:rPr lang="ko-KR" altLang="ko-KR" sz="1400" dirty="0" err="1"/>
              <a:t>베어냄</a:t>
            </a:r>
            <a:r>
              <a:rPr lang="ko-KR" altLang="ko-KR" sz="1400" dirty="0"/>
              <a:t>. 플레이어가 공격하지 않으면 역습은 발동하지 않음.</a:t>
            </a:r>
          </a:p>
          <a:p>
            <a:pPr>
              <a:buNone/>
            </a:pPr>
            <a:r>
              <a:rPr lang="ko-KR" altLang="ko-KR" sz="1400" dirty="0"/>
              <a:t>특징: 공격이 끝났다고 판단하거나 성급하게 반격하는 플레이어의 행동을 역이용함. 기본 공격은 타이밍을, 필살기는 공격 여부에 대한 판단을 교란함.</a:t>
            </a:r>
          </a:p>
          <a:p>
            <a:pPr>
              <a:buNone/>
            </a:pPr>
            <a:r>
              <a:rPr lang="ko-KR" altLang="ko-KR" sz="1400" b="1" dirty="0"/>
              <a:t>3. 신라 — 진형 협공형</a:t>
            </a:r>
          </a:p>
          <a:p>
            <a:pPr>
              <a:buNone/>
            </a:pPr>
            <a:r>
              <a:rPr lang="ko-KR" altLang="ko-KR" sz="1400" dirty="0"/>
              <a:t>무기: 장창 · 콘셉트: 동료 간 결속과 조직적인 협공</a:t>
            </a:r>
          </a:p>
          <a:p>
            <a:pPr>
              <a:buNone/>
            </a:pPr>
            <a:r>
              <a:rPr lang="ko-KR" altLang="ko-KR" sz="1400" dirty="0"/>
              <a:t>기본 공격 「장창 밀어내기」</a:t>
            </a:r>
          </a:p>
          <a:p>
            <a:pPr>
              <a:buNone/>
            </a:pPr>
            <a:r>
              <a:rPr lang="ko-KR" altLang="ko-KR" sz="1400" dirty="0"/>
              <a:t>장창으로 정면을 찌른 뒤 창을 가로로 눕혀 상대를 밀어냄. 주변에 아군이 있다면 해당 아군이 있는 방향으로 상대를 밀어 협공하기 유리한 위치를 만듦.</a:t>
            </a:r>
          </a:p>
          <a:p>
            <a:pPr>
              <a:buNone/>
            </a:pPr>
            <a:r>
              <a:rPr lang="ko-KR" altLang="ko-KR" sz="1400" dirty="0"/>
              <a:t>필살 공격 「교차 </a:t>
            </a:r>
            <a:r>
              <a:rPr lang="ko-KR" altLang="ko-KR" sz="1400" dirty="0" err="1"/>
              <a:t>협격</a:t>
            </a:r>
            <a:r>
              <a:rPr lang="ko-KR" altLang="ko-KR" sz="1400" dirty="0"/>
              <a:t>」</a:t>
            </a:r>
          </a:p>
          <a:p>
            <a:pPr>
              <a:buNone/>
            </a:pPr>
            <a:r>
              <a:rPr lang="ko-KR" altLang="ko-KR" sz="1400" dirty="0"/>
              <a:t>주변 아군과 함께 상대의 양쪽으로 이동하여 시간차를 두고 장창을 내지름. 마지막에는 두 병사가 동시에 창을 밀어붙여 상대를 쓰러뜨림. 단독 상황에서는 약화된 </a:t>
            </a:r>
            <a:r>
              <a:rPr lang="ko-KR" altLang="ko-KR" sz="1400" dirty="0" err="1"/>
              <a:t>강찌르기로</a:t>
            </a:r>
            <a:r>
              <a:rPr lang="ko-KR" altLang="ko-KR" sz="1400" dirty="0"/>
              <a:t> 대체함.</a:t>
            </a:r>
          </a:p>
          <a:p>
            <a:pPr>
              <a:buNone/>
            </a:pPr>
            <a:r>
              <a:rPr lang="ko-KR" altLang="ko-KR" sz="1400" dirty="0"/>
              <a:t>특징: 일반 병사 혼자서도 상대의 위치를 조정하고, 둘 이상이 모이면 새로운 공격 패턴이 완성됨.</a:t>
            </a:r>
          </a:p>
        </p:txBody>
      </p:sp>
    </p:spTree>
    <p:extLst>
      <p:ext uri="{BB962C8B-B14F-4D97-AF65-F5344CB8AC3E}">
        <p14:creationId xmlns:p14="http://schemas.microsoft.com/office/powerpoint/2010/main" val="403619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2CF5E-D7AA-9277-873D-8E496C36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패턴을 더 연구해보자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4871B2-F87B-F0DD-8E85-74C63527C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 주에는 병사들을 세팅해서 각 나라들을 물리쳐가는 방향을 </a:t>
            </a:r>
            <a:r>
              <a:rPr lang="ko-KR" altLang="en-US" dirty="0" err="1"/>
              <a:t>만들어나갈</a:t>
            </a:r>
            <a:r>
              <a:rPr lang="ko-KR" altLang="en-US" dirty="0"/>
              <a:t> 것임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병사가 플레이어의 리듬을 바꿀 수 있도록</a:t>
            </a:r>
            <a:r>
              <a:rPr lang="en-US" altLang="ko-KR" dirty="0"/>
              <a:t>, </a:t>
            </a:r>
            <a:r>
              <a:rPr lang="ko-KR" altLang="en-US" dirty="0"/>
              <a:t>패턴을 잘 설계해보자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유튜브에 고전 게임 등 다양한 게임들을 보면서</a:t>
            </a:r>
            <a:r>
              <a:rPr lang="en-US" altLang="ko-KR" dirty="0"/>
              <a:t>, </a:t>
            </a:r>
            <a:r>
              <a:rPr lang="ko-KR" altLang="en-US" dirty="0"/>
              <a:t>전투의 리듬을 바꿀 수 있는 일반 병사를 만들어보자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9646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355</Words>
  <Application>Microsoft Office PowerPoint</Application>
  <PresentationFormat>와이드스크린</PresentationFormat>
  <Paragraphs>27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패턴을 더 연구해보자.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2026-10-25T04:59:02Z</dcterms:created>
  <dcterms:modified xsi:type="dcterms:W3CDTF">2026-10-25T06:54:38Z</dcterms:modified>
</cp:coreProperties>
</file>